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484892a09e4271" /><Relationship Type="http://schemas.openxmlformats.org/officeDocument/2006/relationships/extended-properties" Target="/docProps/app.xml" Id="Rfd4e0eef8b844ad3" /><Relationship Type="http://schemas.openxmlformats.org/officeDocument/2006/relationships/officeDocument" Target="/ppt/presentation.xml" Id="R79dba7770f794456" /></Relationships>
</file>

<file path=ppt/presentation.xml><?xml version="1.0" encoding="utf-8"?>
<p:presentation xmlns:p="http://schemas.openxmlformats.org/presentationml/2006/main">
  <p:sldMasterIdLst>
    <p:sldMasterId xmlns:r="http://schemas.openxmlformats.org/officeDocument/2006/relationships" id="2147483648" r:id="R76904354b2264458"/>
  </p:sldMasterIdLst>
  <p:notesMasterIdLst>
    <p:notesMasterId xmlns:r="http://schemas.openxmlformats.org/officeDocument/2006/relationships" r:id="R7adbb416b31e4101"/>
  </p:notesMasterIdLst>
  <p:sldIdLst>
    <p:sldId xmlns:r="http://schemas.openxmlformats.org/officeDocument/2006/relationships" id="256" r:id="R6c8bce0320f34429"/>
    <p:sldId xmlns:r="http://schemas.openxmlformats.org/officeDocument/2006/relationships" id="257" r:id="R12ccf11908664772"/>
    <p:sldId xmlns:r="http://schemas.openxmlformats.org/officeDocument/2006/relationships" id="258" r:id="R731bd6e242fe4bbd"/>
    <p:sldId xmlns:r="http://schemas.openxmlformats.org/officeDocument/2006/relationships" id="259" r:id="Rffed82c7a0c24da9"/>
    <p:sldId xmlns:r="http://schemas.openxmlformats.org/officeDocument/2006/relationships" id="260" r:id="R15fdb32db4164aaa"/>
    <p:sldId xmlns:r="http://schemas.openxmlformats.org/officeDocument/2006/relationships" id="261" r:id="R84f46294092049ff"/>
    <p:sldId xmlns:r="http://schemas.openxmlformats.org/officeDocument/2006/relationships" id="262" r:id="R1fd56c447aa942d2"/>
    <p:sldId xmlns:r="http://schemas.openxmlformats.org/officeDocument/2006/relationships" id="263" r:id="R276156f91e644228"/>
    <p:sldId xmlns:r="http://schemas.openxmlformats.org/officeDocument/2006/relationships" id="264" r:id="R5b7e7177e0204380"/>
    <p:sldId xmlns:r="http://schemas.openxmlformats.org/officeDocument/2006/relationships" id="265" r:id="R59b6ab5a9e1a41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17d7f1e1974b2d" /><Relationship Type="http://schemas.openxmlformats.org/officeDocument/2006/relationships/slideMaster" Target="/ppt/slideMasters/slideMaster1.xml" Id="R76904354b2264458" /><Relationship Type="http://schemas.openxmlformats.org/officeDocument/2006/relationships/notesMaster" Target="/ppt/notesMasters/notesMaster1.xml" Id="R7adbb416b31e4101" /><Relationship Type="http://schemas.openxmlformats.org/officeDocument/2006/relationships/presProps" Target="/ppt/presProps.xml" Id="Rc53b467804c14a7b" /><Relationship Type="http://schemas.openxmlformats.org/officeDocument/2006/relationships/tableStyles" Target="/ppt/tableStyles.xml" Id="Rcbedae99ef2b4343" /><Relationship Type="http://schemas.openxmlformats.org/officeDocument/2006/relationships/slide" Target="/ppt/slides/slide1.xml" Id="R6c8bce0320f34429" /><Relationship Type="http://schemas.openxmlformats.org/officeDocument/2006/relationships/slide" Target="/ppt/slides/slide2.xml" Id="R12ccf11908664772" /><Relationship Type="http://schemas.openxmlformats.org/officeDocument/2006/relationships/slide" Target="/ppt/slides/slide3.xml" Id="R731bd6e242fe4bbd" /><Relationship Type="http://schemas.openxmlformats.org/officeDocument/2006/relationships/slide" Target="/ppt/slides/slide4.xml" Id="Rffed82c7a0c24da9" /><Relationship Type="http://schemas.openxmlformats.org/officeDocument/2006/relationships/slide" Target="/ppt/slides/slide5.xml" Id="R15fdb32db4164aaa" /><Relationship Type="http://schemas.openxmlformats.org/officeDocument/2006/relationships/slide" Target="/ppt/slides/slide6.xml" Id="R84f46294092049ff" /><Relationship Type="http://schemas.openxmlformats.org/officeDocument/2006/relationships/slide" Target="/ppt/slides/slide7.xml" Id="R1fd56c447aa942d2" /><Relationship Type="http://schemas.openxmlformats.org/officeDocument/2006/relationships/slide" Target="/ppt/slides/slide8.xml" Id="R276156f91e644228" /><Relationship Type="http://schemas.openxmlformats.org/officeDocument/2006/relationships/slide" Target="/ppt/slides/slide9.xml" Id="R5b7e7177e0204380" /><Relationship Type="http://schemas.openxmlformats.org/officeDocument/2006/relationships/slide" Target="/ppt/slides/slide10.xml" Id="R59b6ab5a9e1a41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3c81162db449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49ad37c70b4ee1" /><Relationship Type="http://schemas.openxmlformats.org/officeDocument/2006/relationships/notesMaster" Target="/ppt/notesMasters/notesMaster1.xml" Id="Rb61a3a33621d4f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0c25d1cf534162" /><Relationship Type="http://schemas.openxmlformats.org/officeDocument/2006/relationships/notesMaster" Target="/ppt/notesMasters/notesMaster1.xml" Id="R8f2913c9c2ff45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9793be0bab4861" /><Relationship Type="http://schemas.openxmlformats.org/officeDocument/2006/relationships/notesMaster" Target="/ppt/notesMasters/notesMaster1.xml" Id="R390d57d5285446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af5384594b41ec" /><Relationship Type="http://schemas.openxmlformats.org/officeDocument/2006/relationships/notesMaster" Target="/ppt/notesMasters/notesMaster1.xml" Id="R8337408c3dcf4b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c7132fc2574b69" /><Relationship Type="http://schemas.openxmlformats.org/officeDocument/2006/relationships/notesMaster" Target="/ppt/notesMasters/notesMaster1.xml" Id="Rbdc8f81c780f44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846e64068c42b6" /><Relationship Type="http://schemas.openxmlformats.org/officeDocument/2006/relationships/notesMaster" Target="/ppt/notesMasters/notesMaster1.xml" Id="R4c7420b7f0ef44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d0b22111e64f82" /><Relationship Type="http://schemas.openxmlformats.org/officeDocument/2006/relationships/notesMaster" Target="/ppt/notesMasters/notesMaster1.xml" Id="R260348e283724d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0314cd061f4f19" /><Relationship Type="http://schemas.openxmlformats.org/officeDocument/2006/relationships/notesMaster" Target="/ppt/notesMasters/notesMaster1.xml" Id="R17fa7253da2c46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2d0fc5572241d4" /><Relationship Type="http://schemas.openxmlformats.org/officeDocument/2006/relationships/notesMaster" Target="/ppt/notesMasters/notesMaster1.xml" Id="R86897b06ee674b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b71757318b41e6" /><Relationship Type="http://schemas.openxmlformats.org/officeDocument/2006/relationships/notesMaster" Target="/ppt/notesMasters/notesMaster1.xml" Id="R5b1c0ba9e7ae41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Good morning. Our project is EditGuard, a knowledge editing and verification platform for conversational AI. Our goal is to make a factual correction change the assistant's relevant answers, preserve unrelated information, and remain traceable and reversible. We combine an existing learned reasoning model with an approved external memory and a working application. We also measure where that combination succeeds and where it fails.</a:t>
            </a:r>
          </a:p>
          <a:p xmlns:a="http://schemas.openxmlformats.org/drawingml/2006/main">
            <a:r>
              <a:t/>
            </a:r>
          </a:p>
          <a:p xmlns:a="http://schemas.openxmlformats.org/drawingml/2006/main">
            <a:r>
              <a:t>Evidence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Consider Kaveri Payment Gateway in release 2. Its owner is Bengaluru Platform Team. The team's contact is Meera Iyer, whose office is in Chennai. Now an administrator changes the owner to Pune Reliability Team. Its contact is Arjun Deshmukh, whose office is in Hyderabad. A correct assistant should update the owner, the contact and the office answer. The office question requires three connected facts. However, the gateway's hosting city should remain Bengaluru, and an older release should retain its own owner. A website can list individual records. Our task is to maintain consistent answers when users query across those records.</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https://github.com/ShivamRaghav7/verity/tree/ae7bb2010a82fd1d744d008eb7c6f870198aece5/docs/INDIA_DEMO.md</a:t>
            </a:r>
          </a:p>
          <a:p xmlns:a="http://schemas.openxmlformats.org/drawingml/2006/main">
            <a:r>
              <a:t>https://github.com/ShivamRaghav7/verity/tree/ae7bb2010a82fd1d744d008eb7c6f870198aece5/reports/reasonke/depth-final/india-acceptance.json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final system uses the author published ReasonKE_plus checkpoint. Its authors trained the model upstream. Our project integrates and evaluates it. We keep its weights frozen. When an administrator approves a correction, we update the external fact memory without retraining the model. For each question, a bounded lexical selector retrieves relevant approved records. In the depth extension, it expands through answer text to collect connected facts. The private model worker then generates the answer from that context. We store the supplied facts and model output so we can inspect the evidence. The selector is deterministic software, not a newly trained scope classifier.</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https://github.com/ShivamRaghav7/verity/tree/ae7bb2010a82fd1d744d008eb7c6f870198aece5/docs/CURRENT_ARCHITECTURE.md</a:t>
            </a:r>
          </a:p>
          <a:p xmlns:a="http://schemas.openxmlformats.org/drawingml/2006/main">
            <a:r>
              <a:t>https://github.com/ShivamRaghav7/verity/tree/ae7bb2010a82fd1d744d008eb7c6f870198aece5/docs/REASONKE_MODEL_CARD.md</a:t>
            </a:r>
          </a:p>
          <a:p xmlns:a="http://schemas.openxmlformats.org/drawingml/2006/main">
            <a:br/>
            <a:r>
              <a:t>https://github.com/YukinoshitaKaren/Reason-KE</a:t>
            </a:r>
            <a:br/>
            <a:r>
              <a:t>https://huggingface.co/YukinoKaren/ReasonKE_plus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Knowledge changes pass through an explicit administrator workflow. Each fact has a source, entity, property and scope identity. A customer's chat message cannot silently become an approved correction. Publishing a replacement records its predecessor and a new knowledge revision. A competing approval for the same active key triggers a conflict instead of choosing silently. Historical comparison generates answers from earlier and current approved states. Rollback restores the previous active version in one database transaction. These controls establish which information the model receives. They do not automatically prove that every generated sentence is true.</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https://github.com/ShivamRaghav7/verity/tree/ae7bb2010a82fd1d744d008eb7c6f870198aece5/docs/CHAT_API.md</a:t>
            </a:r>
          </a:p>
          <a:p xmlns:a="http://schemas.openxmlformats.org/drawingml/2006/main">
            <a:r>
              <a:t>https://github.com/ShivamRaghav7/verity/tree/ae7bb2010a82fd1d744d008eb7c6f870198aece5/docs/CURRENT_ARCHITECTURE.md</a:t>
            </a:r>
          </a:p>
          <a:p xmlns:a="http://schemas.openxmlformats.org/drawingml/2006/main">
            <a:r>
              <a:t>https://github.com/ShivamRaghav7/verity/tree/ae7bb2010a82fd1d744d008eb7c6f870198aece5/editguard_chat/store.py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We authored fictional operational records so that we control the original fact, correction and expected answers. Each study contains 48 graph lineages and 384 questions. We separate 16 development lineages from 32 final lineages before creating related question variants. Each main model condition therefore receives 256 final questions. The original study tests direct, paraphrased, connected and unrelated questions. The separate depth study uses twelve facts per world and includes three hop questions with a separate wording bank for the final split. Labels were audited automatically. Related variants still share a lineage, and wording templates repeat within each split.</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https://github.com/ShivamRaghav7/verity/tree/ae7bb2010a82fd1d744d008eb7c6f870198aece5/docs/OPERATIONS_DATASET_CARD.md</a:t>
            </a:r>
          </a:p>
          <a:p xmlns:a="http://schemas.openxmlformats.org/drawingml/2006/main">
            <a:r>
              <a:t>https://github.com/ShivamRaghav7/verity/tree/ae7bb2010a82fd1d744d008eb7c6f870198aece5/docs/DEPTH_DATASET_CARD.md</a:t>
            </a:r>
          </a:p>
          <a:p xmlns:a="http://schemas.openxmlformats.org/drawingml/2006/main">
            <a:r>
              <a:t>https://github.com/ShivamRaghav7/verity/tree/ae7bb2010a82fd1d744d008eb7c6f870198aece5/reports/reasonke/depth-final/README.md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The original evaluation contains 1,312 generations across five main conditions and two small gold support diagnostics. The separate depth study contains 544 generations. Updated baselines receive the same approved facts and supporting information. We keep generation settings and answer budgets compatible, using fixed greedy generation and four bit loading on a T4. We score the endorsed short answer against explicit ground truth. An UNKNOWN response receives zero accuracy credit and stays in the denominator. We measure retrieval separately from generation and use preselected gold support questions as diagnostics. We freeze the final configuration and scoring before the final run.</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https://github.com/ShivamRaghav7/verity/tree/ae7bb2010a82fd1d744d008eb7c6f870198aece5/reports/reasonke/operations-final/protocol.json</a:t>
            </a:r>
          </a:p>
          <a:p xmlns:a="http://schemas.openxmlformats.org/drawingml/2006/main">
            <a:r>
              <a:t>https://github.com/ShivamRaghav7/verity/tree/ae7bb2010a82fd1d744d008eb7c6f870198aece5/reports/reasonke/depth-final/protocol.json</a:t>
            </a:r>
          </a:p>
          <a:p xmlns:a="http://schemas.openxmlformats.org/drawingml/2006/main">
            <a:r>
              <a:t>https://github.com/ShivamRaghav7/verity/tree/ae7bb2010a82fd1d744d008eb7c6f870198aece5/reports/reasonke/operations-final/results.json</a:t>
            </a:r>
          </a:p>
          <a:p xmlns:a="http://schemas.openxmlformats.org/drawingml/2006/main">
            <a:r>
              <a:t>https://github.com/ShivamRaghav7/verity/tree/ae7bb2010a82fd1d744d008eb7c6f870198aece5/reports/reasonke/depth-final/results.json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In the original study, ReasonKE with updated retrieved facts answered all 256 main questions correctly. Qwen with the same retrieval answered 241 correctly and abstained on fifteen. More context did not always help. ReasonKE with the full updated memory scored 231 out of 256, while Qwen full memory scored 241. That result prevents us from claiming ReasonKE wins every comparison. Retrieval supplied the required support, but the generator could still confuse facts or abstain. We also measured preservation separately: ReasonKE retrieval retained all 124 previously correct locality answers and answered all 128 locality controls correctly. Preservation and factual accuracy use different denominators.</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https://github.com/ShivamRaghav7/verity/tree/ae7bb2010a82fd1d744d008eb7c6f870198aece5/reports/reasonke/operations-final/results.json</a:t>
            </a:r>
          </a:p>
          <a:p xmlns:a="http://schemas.openxmlformats.org/drawingml/2006/main">
            <a:r>
              <a:t>https://github.com/ShivamRaghav7/verity/tree/ae7bb2010a82fd1d744d008eb7c6f870198aece5/reports/reasonke/operations-final/FAILURE_ANALYSIS.md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In the separate depth study, ReasonKE scored 256 out of 256 and Qwen scored 248, with eight UNKNOWN responses. On three hop questions, the scores were 64 out of 64 and 63 out of 64. The overall difference was 3.125 percentage points. A paired analysis resampling whole lineages gave a 95 percent interval of about 1.56 to 5.08 points. The three hop difference interval included zero, so that subset supports a weaker comparison. There is also a clear speed cost. Warm median latency was 15.94 seconds for ReasonKE and 1.12 seconds for Qwen. The stronger observed answer score therefore comes with substantially slower responses.</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https://github.com/ShivamRaghav7/verity/tree/ae7bb2010a82fd1d744d008eb7c6f870198aece5/reports/reasonke/depth-final/results.json</a:t>
            </a:r>
          </a:p>
          <a:p xmlns:a="http://schemas.openxmlformats.org/drawingml/2006/main">
            <a:r>
              <a:t>https://github.com/ShivamRaghav7/verity/tree/ae7bb2010a82fd1d744d008eb7c6f870198aece5/reports/reasonke/depth-final/FAILURE_ANALYSIS.md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The application provides normal text chat, a knowledge editor, source display, history, comparison and rollback. Research results shows saved experiments and raw outputs. In the demonstration, we ask for the original owner and contact's office, approve the ownership replacement, and ask again using different wording. We also check hosting and the older release, then roll back and request a fresh answer. Our recorded India application acceptance workload completed fourteen actual model answers correctly and passed twelve transaction and provenance consistency checks. This is one fictional display lineage. We report it separately from held out benchmark accuracy.</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https://github.com/ShivamRaghav7/verity/tree/ae7bb2010a82fd1d744d008eb7c6f870198aece5/docs/INDIA_DEMO.md</a:t>
            </a:r>
          </a:p>
          <a:p xmlns:a="http://schemas.openxmlformats.org/drawingml/2006/main">
            <a:r>
              <a:t>https://github.com/ShivamRaghav7/verity/tree/ae7bb2010a82fd1d744d008eb7c6f870198aece5/reports/reasonke/depth-final/india-acceptance.json</a:t>
            </a:r>
          </a:p>
          <a:p xmlns:a="http://schemas.openxmlformats.org/drawingml/2006/main">
            <a:r>
              <a:t>https://github.com/ShivamRaghav7/verity/tree/ae7bb2010a82fd1d744d008eb7c6f870198aece5/reports/reasonke/depth-final/india-host-audit.json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Our completed product supports approved, traceable and reversible knowledge changes, with reproducible measurements of connected answers. Our contribution includes the application, knowledge lifecycle, independent datasets, context selection adaptations and evaluation infrastructure. The observed 100 percent scores are real results on small controlled tests. Each world has few explicit facts, the selector supplied complete support, and templates repeat. Those conditions limit what the score establishes. We retain the full memory failures, abstentions and latency cost. The conclusion is that this design met its defined short answer contract in these tests. Broader operational language, larger memories and ambiguous or missing information require further validation. Thank you.</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https://github.com/ShivamRaghav7/verity/tree/ae7bb2010a82fd1d744d008eb7c6f870198aece5/docs/CONTRIBUTIONS_AND_EVIDENCE.md</a:t>
            </a:r>
          </a:p>
          <a:p xmlns:a="http://schemas.openxmlformats.org/drawingml/2006/main">
            <a:r>
              <a:t>https://github.com/ShivamRaghav7/verity/tree/ae7bb2010a82fd1d744d008eb7c6f870198aece5/reports/reasonke/depth-final/FAILURE_ANALYSIS.md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00daa06f3442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f40de6e3ac4c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9d4a4a5f0a45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c3ab38669f40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7c4c2a054540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f08acc2bd944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9BACFA-B84A-4BE8-879B-C75472B6E1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74A7DD-2AC3-4A36-AA1B-C20CDDB286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0EAEDE-55BB-41C8-A997-3EDD34147A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C3A166-A0CD-45D4-BD73-F7D9F19C76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2533B7-A44C-4817-ADB3-53AA1B510F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176BFC-0603-4DF6-9B75-24FD5072B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EE9FB4-3D80-43FB-B8CE-43A2FC05D1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C8FB30-3AD8-40CD-A110-3DC12B4214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0C22CE-38E3-4B2D-95F7-D729FAAC5A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70B700-EC94-4712-8544-790D240B3A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4b366d5223414f" /><Relationship Type="http://schemas.openxmlformats.org/officeDocument/2006/relationships/slideLayout" Target="/ppt/slideLayouts/slideLayout1.xml" Id="R737c1f64b09b42f1" /><Relationship Type="http://schemas.openxmlformats.org/officeDocument/2006/relationships/slideLayout" Target="/ppt/slideLayouts/slideLayout2.xml" Id="Rc5fd177e33fd488f" /><Relationship Type="http://schemas.openxmlformats.org/officeDocument/2006/relationships/slideLayout" Target="/ppt/slideLayouts/slideLayout3.xml" Id="Re67f9b44a5484a40" /><Relationship Type="http://schemas.openxmlformats.org/officeDocument/2006/relationships/slideLayout" Target="/ppt/slideLayouts/slideLayout4.xml" Id="R47451409c16741ce" /><Relationship Type="http://schemas.openxmlformats.org/officeDocument/2006/relationships/slideLayout" Target="/ppt/slideLayouts/slideLayout5.xml" Id="Raf4b444c323f4dba" /><Relationship Type="http://schemas.openxmlformats.org/officeDocument/2006/relationships/slideLayout" Target="/ppt/slideLayouts/slideLayout6.xml" Id="R39379dd397e744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7c1f64b09b42f1"/>
    <p:sldLayoutId xmlns:r="http://schemas.openxmlformats.org/officeDocument/2006/relationships" id="2147483650" r:id="Rc5fd177e33fd488f"/>
    <p:sldLayoutId xmlns:r="http://schemas.openxmlformats.org/officeDocument/2006/relationships" id="2147483651" r:id="Re67f9b44a5484a40"/>
    <p:sldLayoutId xmlns:r="http://schemas.openxmlformats.org/officeDocument/2006/relationships" id="2147483652" r:id="R47451409c16741ce"/>
    <p:sldLayoutId xmlns:r="http://schemas.openxmlformats.org/officeDocument/2006/relationships" id="2147483653" r:id="Raf4b444c323f4dba"/>
    <p:sldLayoutId xmlns:r="http://schemas.openxmlformats.org/officeDocument/2006/relationships" id="2147483654" r:id="R39379dd397e744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3b9a1e0fad48bc" /><Relationship Type="http://schemas.openxmlformats.org/officeDocument/2006/relationships/notesSlide" Target="/ppt/notesSlides/notesSlide1.xml" Id="Rd4567e3f58264f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ab7a6611de42f8" /><Relationship Type="http://schemas.openxmlformats.org/officeDocument/2006/relationships/notesSlide" Target="/ppt/notesSlides/notesSlide2.xml" Id="R70fbfa1fbce64e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deece02952418e" /><Relationship Type="http://schemas.openxmlformats.org/officeDocument/2006/relationships/notesSlide" Target="/ppt/notesSlides/notesSlide3.xml" Id="R84945af0a67c48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65274a5f624c3f" /><Relationship Type="http://schemas.openxmlformats.org/officeDocument/2006/relationships/image" Target="/ppt/media/image.jpeg" Id="R55b870f5fcdd40e0" /><Relationship Type="http://schemas.openxmlformats.org/officeDocument/2006/relationships/notesSlide" Target="/ppt/notesSlides/notesSlide4.xml" Id="R57d13c48ff914c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e8e9b4f97a49c1" /><Relationship Type="http://schemas.openxmlformats.org/officeDocument/2006/relationships/notesSlide" Target="/ppt/notesSlides/notesSlide5.xml" Id="R81876bba35a141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57d5d24c114690" /><Relationship Type="http://schemas.openxmlformats.org/officeDocument/2006/relationships/notesSlide" Target="/ppt/notesSlides/notesSlide6.xml" Id="R9e8447037ad148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1444a470e14cd3" /><Relationship Type="http://schemas.openxmlformats.org/officeDocument/2006/relationships/chart" Target="/ppt/slides/charts/chart1.xml" Id="R611d45e117c6464c" /><Relationship Type="http://schemas.openxmlformats.org/officeDocument/2006/relationships/notesSlide" Target="/ppt/notesSlides/notesSlide7.xml" Id="R31c4e389609d4e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7f8e27e7ee4272" /><Relationship Type="http://schemas.openxmlformats.org/officeDocument/2006/relationships/chart" Target="/ppt/slides/charts/chart2.xml" Id="R82a013c26f804208" /><Relationship Type="http://schemas.openxmlformats.org/officeDocument/2006/relationships/notesSlide" Target="/ppt/notesSlides/notesSlide8.xml" Id="Red39f8b6ece646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5f85900be44e93" /><Relationship Type="http://schemas.openxmlformats.org/officeDocument/2006/relationships/image" Target="/ppt/media/image2.jpeg" Id="R1c9fdd8ff33d4619" /><Relationship Type="http://schemas.openxmlformats.org/officeDocument/2006/relationships/notesSlide" Target="/ppt/notesSlides/notesSlide9.xml" Id="R1f4395b07beb4e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7cd5a968c74612" /><Relationship Type="http://schemas.openxmlformats.org/officeDocument/2006/relationships/notesSlide" Target="/ppt/notesSlides/notesSlide10.xml" Id="Rc8650d7011cc45d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c:v>
          </c:tx>
          <c:spPr>
            <a:solidFill xmlns:a="http://schemas.openxmlformats.org/drawingml/2006/main">
              <a:srgbClr val="26766D"/>
            </a:solidFill>
          </c:spPr>
          <c:invertIfNegative val="0"/>
          <c:cat>
            <c:strRef>
              <c:f>'Chart Data'!$A$2:$A$3</c:f>
              <c:strCache>
                <c:ptCount val="2"/>
                <c:pt idx="0">
                  <c:v>Updated retrieval</c:v>
                </c:pt>
                <c:pt idx="1">
                  <c:v>Full updated memory</c:v>
                </c:pt>
              </c:strCache>
            </c:strRef>
          </c:cat>
          <c:val>
            <c:numRef>
              <c:f>'Chart Data'!$B$2:$B$3</c:f>
              <c:numCache>
                <c:formatCode>0</c:formatCode>
                <c:ptCount val="2"/>
                <c:pt idx="0">
                  <c:v>256</c:v>
                </c:pt>
                <c:pt idx="1">
                  <c:v>231</c:v>
                </c:pt>
              </c:numCache>
            </c:numRef>
          </c:val>
        </c:ser>
        <c:ser>
          <c:idx val="1"/>
          <c:order val="1"/>
          <c:tx>
            <c:v>Qwen</c:v>
          </c:tx>
          <c:spPr>
            <a:solidFill xmlns:a="http://schemas.openxmlformats.org/drawingml/2006/main">
              <a:srgbClr val="627FAD"/>
            </a:solidFill>
          </c:spPr>
          <c:invertIfNegative val="0"/>
          <c:cat>
            <c:strRef>
              <c:f>'Chart Data'!$C$2:$C$3</c:f>
              <c:strCache>
                <c:ptCount val="2"/>
                <c:pt idx="0">
                  <c:v>Updated retrieval</c:v>
                </c:pt>
                <c:pt idx="1">
                  <c:v>Full updated memory</c:v>
                </c:pt>
              </c:strCache>
            </c:strRef>
          </c:cat>
          <c:val>
            <c:numRef>
              <c:f>'Chart Data'!$D$2:$D$3</c:f>
              <c:numCache>
                <c:formatCode>0</c:formatCode>
                <c:ptCount val="2"/>
                <c:pt idx="0">
                  <c:v>241</c:v>
                </c:pt>
                <c:pt idx="1">
                  <c:v>241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280"/>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00">
                    <a:solidFill>
                      <a:srgbClr val="526464"/>
                    </a:solidFill>
                  </a:rPr>
                  <a:t>Correct answers</a:t>
                </a:r>
              </a:p>
            </c:rich>
          </c:tx>
          <c:overlay val="0"/>
          <c:txPr>
            <a:bodyPr xmlns:a="http://schemas.openxmlformats.org/drawingml/2006/main" anchorCtr="1"/>
            <a:lstStyle xmlns:a="http://schemas.openxmlformats.org/drawingml/2006/main"/>
            <a:p xmlns:a="http://schemas.openxmlformats.org/drawingml/2006/main">
              <a:pPr>
                <a:defRPr sz="1500">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464"/>
                </a:solidFill>
              </a:defRPr>
            </a:pPr>
          </a:p>
        </c:txPr>
        <c:crossAx val="48650112"/>
        <c:crossBetween val="between"/>
        <c:majorUnit val="64"/>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c:v>
          </c:tx>
          <c:spPr>
            <a:solidFill xmlns:a="http://schemas.openxmlformats.org/drawingml/2006/main">
              <a:srgbClr val="26766D"/>
            </a:solidFill>
          </c:spPr>
          <c:invertIfNegative val="0"/>
          <c:cat>
            <c:strRef>
              <c:f>'Chart Data'!$A$2:$A$5</c:f>
              <c:strCache>
                <c:ptCount val="4"/>
                <c:pt idx="0">
                  <c:v>Locality</c:v>
                </c:pt>
                <c:pt idx="1">
                  <c:v>1 hop</c:v>
                </c:pt>
                <c:pt idx="2">
                  <c:v>2 hops</c:v>
                </c:pt>
                <c:pt idx="3">
                  <c:v>3 hops</c:v>
                </c:pt>
              </c:strCache>
            </c:strRef>
          </c:cat>
          <c:val>
            <c:numRef>
              <c:f>'Chart Data'!$B$2:$B$5</c:f>
              <c:numCache>
                <c:formatCode>0</c:formatCode>
                <c:ptCount val="4"/>
                <c:pt idx="0">
                  <c:v>64</c:v>
                </c:pt>
                <c:pt idx="1">
                  <c:v>64</c:v>
                </c:pt>
                <c:pt idx="2">
                  <c:v>64</c:v>
                </c:pt>
                <c:pt idx="3">
                  <c:v>64</c:v>
                </c:pt>
              </c:numCache>
            </c:numRef>
          </c:val>
        </c:ser>
        <c:ser>
          <c:idx val="1"/>
          <c:order val="1"/>
          <c:tx>
            <c:v>Qwen</c:v>
          </c:tx>
          <c:spPr>
            <a:solidFill xmlns:a="http://schemas.openxmlformats.org/drawingml/2006/main">
              <a:srgbClr val="627FAD"/>
            </a:solidFill>
          </c:spPr>
          <c:invertIfNegative val="0"/>
          <c:cat>
            <c:strRef>
              <c:f>'Chart Data'!$C$2:$C$5</c:f>
              <c:strCache>
                <c:ptCount val="4"/>
                <c:pt idx="0">
                  <c:v>Locality</c:v>
                </c:pt>
                <c:pt idx="1">
                  <c:v>1 hop</c:v>
                </c:pt>
                <c:pt idx="2">
                  <c:v>2 hops</c:v>
                </c:pt>
                <c:pt idx="3">
                  <c:v>3 hops</c:v>
                </c:pt>
              </c:strCache>
            </c:strRef>
          </c:cat>
          <c:val>
            <c:numRef>
              <c:f>'Chart Data'!$D$2:$D$5</c:f>
              <c:numCache>
                <c:formatCode>0</c:formatCode>
                <c:ptCount val="4"/>
                <c:pt idx="0">
                  <c:v>64</c:v>
                </c:pt>
                <c:pt idx="1">
                  <c:v>64</c:v>
                </c:pt>
                <c:pt idx="2">
                  <c:v>57</c:v>
                </c:pt>
                <c:pt idx="3">
                  <c:v>63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72"/>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00">
                    <a:solidFill>
                      <a:srgbClr val="526464"/>
                    </a:solidFill>
                  </a:rPr>
                  <a:t>Correct answers</a:t>
                </a:r>
              </a:p>
            </c:rich>
          </c:tx>
          <c:overlay val="0"/>
          <c:txPr>
            <a:bodyPr xmlns:a="http://schemas.openxmlformats.org/drawingml/2006/main" anchorCtr="1"/>
            <a:lstStyle xmlns:a="http://schemas.openxmlformats.org/drawingml/2006/main"/>
            <a:p xmlns:a="http://schemas.openxmlformats.org/drawingml/2006/main">
              <a:pPr>
                <a:defRPr sz="1500">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464"/>
                </a:solidFill>
              </a:defRPr>
            </a:pPr>
          </a:p>
        </c:txPr>
        <c:crossAx val="48650112"/>
        <c:crossBetween val="between"/>
        <c:majorUnit val="16"/>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2B"/>
        </a:solidFill>
      </p:bgPr>
    </p:bg>
    <p:spTree>
      <p:nvGrpSpPr>
        <p:cNvPr id="1" name=""/>
        <p:cNvGrpSpPr/>
        <p:nvPr/>
      </p:nvGrpSpPr>
      <p:grpSpPr>
        <a:xfrm xmlns:a="http://schemas.openxmlformats.org/drawingml/2006/main"/>
      </p:grpSpPr>
      <p:sp>
        <p:nvSpPr>
          <p:cNvPr id="2" name="EditGuard">
            <a:extLst xmlns:a="http://schemas.openxmlformats.org/drawingml/2006/main">
              <a:ext uri="{FF2B5EF4-FFF2-40B4-BE49-F238E27FC236}">
                <a16:creationId xmlns:a16="http://schemas.microsoft.com/office/drawing/2014/main" id="{9B925137-78F1-4123-85C5-1A009B8AD1EE}"/>
              </a:ext>
            </a:extLst>
          </p:cNvPr>
          <p:cNvSpPr>
            <a:spLocks xmlns:a="http://schemas.openxmlformats.org/drawingml/2006/main" noGrp="1"/>
          </p:cNvSpPr>
          <p:nvPr/>
        </p:nvSpPr>
        <p:spPr>
          <a:xfrm xmlns:a="http://schemas.openxmlformats.org/drawingml/2006/main">
            <a:off x="666750" y="1381125"/>
            <a:ext cx="1038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900" b="1">
                <a:solidFill>
                  <a:srgbClr val="FFFFFF"/>
                </a:solidFill>
                <a:latin typeface="Calibri"/>
                <a:ea typeface="Calibri"/>
                <a:cs typeface="Calibri"/>
              </a:defRPr>
            </a:defPPr>
            <a:lvl1pPr>
              <a:defRPr sz="6900" b="1">
                <a:solidFill>
                  <a:srgbClr val="FFFFFF"/>
                </a:solidFill>
                <a:latin typeface="Calibri"/>
                <a:ea typeface="Calibri"/>
                <a:cs typeface="Calibri"/>
              </a:defRPr>
            </a:lvl1pPr>
            <a:lvl2pPr>
              <a:defRPr sz="6900" b="1">
                <a:solidFill>
                  <a:srgbClr val="FFFFFF"/>
                </a:solidFill>
                <a:latin typeface="Calibri"/>
                <a:ea typeface="Calibri"/>
                <a:cs typeface="Calibri"/>
              </a:defRPr>
            </a:lvl2pPr>
            <a:lvl3pPr>
              <a:defRPr sz="6900" b="1">
                <a:solidFill>
                  <a:srgbClr val="FFFFFF"/>
                </a:solidFill>
                <a:latin typeface="Calibri"/>
                <a:ea typeface="Calibri"/>
                <a:cs typeface="Calibri"/>
              </a:defRPr>
            </a:lvl3pPr>
            <a:lvl4pPr>
              <a:defRPr sz="6900" b="1">
                <a:solidFill>
                  <a:srgbClr val="FFFFFF"/>
                </a:solidFill>
                <a:latin typeface="Calibri"/>
                <a:ea typeface="Calibri"/>
                <a:cs typeface="Calibri"/>
              </a:defRPr>
            </a:lvl4pPr>
            <a:lvl5pPr>
              <a:defRPr sz="6900" b="1">
                <a:solidFill>
                  <a:srgbClr val="FFFFFF"/>
                </a:solidFill>
                <a:latin typeface="Calibri"/>
                <a:ea typeface="Calibri"/>
                <a:cs typeface="Calibri"/>
              </a:defRPr>
            </a:lvl5pPr>
            <a:lvl6pPr>
              <a:defRPr sz="6900" b="1">
                <a:solidFill>
                  <a:srgbClr val="FFFFFF"/>
                </a:solidFill>
                <a:latin typeface="Calibri"/>
                <a:ea typeface="Calibri"/>
                <a:cs typeface="Calibri"/>
              </a:defRPr>
            </a:lvl6pPr>
            <a:lvl7pPr>
              <a:defRPr sz="6900" b="1">
                <a:solidFill>
                  <a:srgbClr val="FFFFFF"/>
                </a:solidFill>
                <a:latin typeface="Calibri"/>
                <a:ea typeface="Calibri"/>
                <a:cs typeface="Calibri"/>
              </a:defRPr>
            </a:lvl7pPr>
            <a:lvl8pPr>
              <a:defRPr sz="6900" b="1">
                <a:solidFill>
                  <a:srgbClr val="FFFFFF"/>
                </a:solidFill>
                <a:latin typeface="Calibri"/>
                <a:ea typeface="Calibri"/>
                <a:cs typeface="Calibri"/>
              </a:defRPr>
            </a:lvl8pPr>
            <a:lvl9pPr>
              <a:defRPr sz="6900" b="1">
                <a:solidFill>
                  <a:srgbClr val="FFFFFF"/>
                </a:solidFill>
                <a:latin typeface="Calibri"/>
                <a:ea typeface="Calibri"/>
                <a:cs typeface="Calibri"/>
              </a:defRPr>
            </a:lvl9pPr>
          </a:lstStyle>
          <a:p xmlns:a="http://schemas.openxmlformats.org/drawingml/2006/main">
            <a:pPr>
              <a:defRPr sz="6900" b="1">
                <a:solidFill>
                  <a:srgbClr val="FFFFFF"/>
                </a:solidFill>
                <a:latin typeface="Calibri"/>
                <a:ea typeface="Calibri"/>
                <a:cs typeface="Calibri"/>
              </a:defRPr>
            </a:pPr>
            <a:r>
              <a:rPr sz="6900" b="1">
                <a:solidFill>
                  <a:srgbClr val="FFFFFF"/>
                </a:solidFill>
                <a:latin typeface="Calibri"/>
                <a:ea typeface="Calibri"/>
                <a:cs typeface="Calibri"/>
              </a:rPr>
              <a:t>EditGuard</a:t>
            </a:r>
          </a:p>
        </p:txBody>
      </p:sp>
      <p:sp>
        <p:nvSpPr>
          <p:cNvPr id="3" name="Knowledge Editing and Verification Platform">
            <a:extLst xmlns:a="http://schemas.openxmlformats.org/drawingml/2006/main">
              <a:ext uri="{FF2B5EF4-FFF2-40B4-BE49-F238E27FC236}">
                <a16:creationId xmlns:a16="http://schemas.microsoft.com/office/drawing/2014/main" id="{1DFC63A1-58AE-4DA1-BC88-72050D0502A4}"/>
              </a:ext>
            </a:extLst>
          </p:cNvPr>
          <p:cNvSpPr>
            <a:spLocks xmlns:a="http://schemas.openxmlformats.org/drawingml/2006/main" noGrp="1"/>
          </p:cNvSpPr>
          <p:nvPr/>
        </p:nvSpPr>
        <p:spPr>
          <a:xfrm xmlns:a="http://schemas.openxmlformats.org/drawingml/2006/main">
            <a:off x="704850" y="26670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0">
                <a:solidFill>
                  <a:srgbClr val="FFFFFF"/>
                </a:solidFill>
                <a:latin typeface="Calibri"/>
                <a:ea typeface="Calibri"/>
                <a:cs typeface="Calibri"/>
              </a:defRPr>
            </a:defPPr>
            <a:lvl1pPr>
              <a:defRPr sz="2925" b="0">
                <a:solidFill>
                  <a:srgbClr val="FFFFFF"/>
                </a:solidFill>
                <a:latin typeface="Calibri"/>
                <a:ea typeface="Calibri"/>
                <a:cs typeface="Calibri"/>
              </a:defRPr>
            </a:lvl1pPr>
            <a:lvl2pPr>
              <a:defRPr sz="2925" b="0">
                <a:solidFill>
                  <a:srgbClr val="FFFFFF"/>
                </a:solidFill>
                <a:latin typeface="Calibri"/>
                <a:ea typeface="Calibri"/>
                <a:cs typeface="Calibri"/>
              </a:defRPr>
            </a:lvl2pPr>
            <a:lvl3pPr>
              <a:defRPr sz="2925" b="0">
                <a:solidFill>
                  <a:srgbClr val="FFFFFF"/>
                </a:solidFill>
                <a:latin typeface="Calibri"/>
                <a:ea typeface="Calibri"/>
                <a:cs typeface="Calibri"/>
              </a:defRPr>
            </a:lvl3pPr>
            <a:lvl4pPr>
              <a:defRPr sz="2925" b="0">
                <a:solidFill>
                  <a:srgbClr val="FFFFFF"/>
                </a:solidFill>
                <a:latin typeface="Calibri"/>
                <a:ea typeface="Calibri"/>
                <a:cs typeface="Calibri"/>
              </a:defRPr>
            </a:lvl4pPr>
            <a:lvl5pPr>
              <a:defRPr sz="2925" b="0">
                <a:solidFill>
                  <a:srgbClr val="FFFFFF"/>
                </a:solidFill>
                <a:latin typeface="Calibri"/>
                <a:ea typeface="Calibri"/>
                <a:cs typeface="Calibri"/>
              </a:defRPr>
            </a:lvl5pPr>
            <a:lvl6pPr>
              <a:defRPr sz="2925" b="0">
                <a:solidFill>
                  <a:srgbClr val="FFFFFF"/>
                </a:solidFill>
                <a:latin typeface="Calibri"/>
                <a:ea typeface="Calibri"/>
                <a:cs typeface="Calibri"/>
              </a:defRPr>
            </a:lvl6pPr>
            <a:lvl7pPr>
              <a:defRPr sz="2925" b="0">
                <a:solidFill>
                  <a:srgbClr val="FFFFFF"/>
                </a:solidFill>
                <a:latin typeface="Calibri"/>
                <a:ea typeface="Calibri"/>
                <a:cs typeface="Calibri"/>
              </a:defRPr>
            </a:lvl7pPr>
            <a:lvl8pPr>
              <a:defRPr sz="2925" b="0">
                <a:solidFill>
                  <a:srgbClr val="FFFFFF"/>
                </a:solidFill>
                <a:latin typeface="Calibri"/>
                <a:ea typeface="Calibri"/>
                <a:cs typeface="Calibri"/>
              </a:defRPr>
            </a:lvl8pPr>
            <a:lvl9pPr>
              <a:defRPr sz="2925" b="0">
                <a:solidFill>
                  <a:srgbClr val="FFFFFF"/>
                </a:solidFill>
                <a:latin typeface="Calibri"/>
                <a:ea typeface="Calibri"/>
                <a:cs typeface="Calibri"/>
              </a:defRPr>
            </a:lvl9pPr>
          </a:lstStyle>
          <a:p xmlns:a="http://schemas.openxmlformats.org/drawingml/2006/main">
            <a:pPr>
              <a:defRPr sz="2925" b="0">
                <a:solidFill>
                  <a:srgbClr val="FFFFFF"/>
                </a:solidFill>
                <a:latin typeface="Calibri"/>
                <a:ea typeface="Calibri"/>
                <a:cs typeface="Calibri"/>
              </a:defRPr>
            </a:pPr>
            <a:r>
              <a:rPr sz="2925" b="0">
                <a:solidFill>
                  <a:srgbClr val="FFFFFF"/>
                </a:solidFill>
                <a:latin typeface="Calibri"/>
                <a:ea typeface="Calibri"/>
                <a:cs typeface="Calibri"/>
              </a:rPr>
              <a:t>Knowledge Editing and Verification Platform</a:t>
            </a:r>
          </a:p>
        </p:txBody>
      </p:sp>
      <p:sp>
        <p:nvSpPr>
          <p:cNvPr id="4" name="Approved corrections for connected factual qu">
            <a:extLst xmlns:a="http://schemas.openxmlformats.org/drawingml/2006/main">
              <a:ext uri="{FF2B5EF4-FFF2-40B4-BE49-F238E27FC236}">
                <a16:creationId xmlns:a16="http://schemas.microsoft.com/office/drawing/2014/main" id="{F8131584-FE8D-44A1-A7E5-FD32F66C2D63}"/>
              </a:ext>
            </a:extLst>
          </p:cNvPr>
          <p:cNvSpPr>
            <a:spLocks xmlns:a="http://schemas.openxmlformats.org/drawingml/2006/main" noGrp="1"/>
          </p:cNvSpPr>
          <p:nvPr/>
        </p:nvSpPr>
        <p:spPr>
          <a:xfrm xmlns:a="http://schemas.openxmlformats.org/drawingml/2006/main">
            <a:off x="704850" y="402907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C8DED7"/>
                </a:solidFill>
                <a:latin typeface="Calibri"/>
                <a:ea typeface="Calibri"/>
                <a:cs typeface="Calibri"/>
              </a:defRPr>
            </a:defPPr>
            <a:lvl1pPr>
              <a:defRPr sz="2175" b="0">
                <a:solidFill>
                  <a:srgbClr val="C8DED7"/>
                </a:solidFill>
                <a:latin typeface="Calibri"/>
                <a:ea typeface="Calibri"/>
                <a:cs typeface="Calibri"/>
              </a:defRPr>
            </a:lvl1pPr>
            <a:lvl2pPr>
              <a:defRPr sz="2175" b="0">
                <a:solidFill>
                  <a:srgbClr val="C8DED7"/>
                </a:solidFill>
                <a:latin typeface="Calibri"/>
                <a:ea typeface="Calibri"/>
                <a:cs typeface="Calibri"/>
              </a:defRPr>
            </a:lvl2pPr>
            <a:lvl3pPr>
              <a:defRPr sz="2175" b="0">
                <a:solidFill>
                  <a:srgbClr val="C8DED7"/>
                </a:solidFill>
                <a:latin typeface="Calibri"/>
                <a:ea typeface="Calibri"/>
                <a:cs typeface="Calibri"/>
              </a:defRPr>
            </a:lvl3pPr>
            <a:lvl4pPr>
              <a:defRPr sz="2175" b="0">
                <a:solidFill>
                  <a:srgbClr val="C8DED7"/>
                </a:solidFill>
                <a:latin typeface="Calibri"/>
                <a:ea typeface="Calibri"/>
                <a:cs typeface="Calibri"/>
              </a:defRPr>
            </a:lvl4pPr>
            <a:lvl5pPr>
              <a:defRPr sz="2175" b="0">
                <a:solidFill>
                  <a:srgbClr val="C8DED7"/>
                </a:solidFill>
                <a:latin typeface="Calibri"/>
                <a:ea typeface="Calibri"/>
                <a:cs typeface="Calibri"/>
              </a:defRPr>
            </a:lvl5pPr>
            <a:lvl6pPr>
              <a:defRPr sz="2175" b="0">
                <a:solidFill>
                  <a:srgbClr val="C8DED7"/>
                </a:solidFill>
                <a:latin typeface="Calibri"/>
                <a:ea typeface="Calibri"/>
                <a:cs typeface="Calibri"/>
              </a:defRPr>
            </a:lvl6pPr>
            <a:lvl7pPr>
              <a:defRPr sz="2175" b="0">
                <a:solidFill>
                  <a:srgbClr val="C8DED7"/>
                </a:solidFill>
                <a:latin typeface="Calibri"/>
                <a:ea typeface="Calibri"/>
                <a:cs typeface="Calibri"/>
              </a:defRPr>
            </a:lvl7pPr>
            <a:lvl8pPr>
              <a:defRPr sz="2175" b="0">
                <a:solidFill>
                  <a:srgbClr val="C8DED7"/>
                </a:solidFill>
                <a:latin typeface="Calibri"/>
                <a:ea typeface="Calibri"/>
                <a:cs typeface="Calibri"/>
              </a:defRPr>
            </a:lvl8pPr>
            <a:lvl9pPr>
              <a:defRPr sz="2175" b="0">
                <a:solidFill>
                  <a:srgbClr val="C8DED7"/>
                </a:solidFill>
                <a:latin typeface="Calibri"/>
                <a:ea typeface="Calibri"/>
                <a:cs typeface="Calibri"/>
              </a:defRPr>
            </a:lvl9pPr>
          </a:lstStyle>
          <a:p xmlns:a="http://schemas.openxmlformats.org/drawingml/2006/main">
            <a:pPr>
              <a:defRPr sz="2175" b="0">
                <a:solidFill>
                  <a:srgbClr val="C8DED7"/>
                </a:solidFill>
                <a:latin typeface="Calibri"/>
                <a:ea typeface="Calibri"/>
                <a:cs typeface="Calibri"/>
              </a:defRPr>
            </a:pPr>
            <a:r>
              <a:rPr sz="2175" b="0">
                <a:solidFill>
                  <a:srgbClr val="C8DED7"/>
                </a:solidFill>
                <a:latin typeface="Calibri"/>
                <a:ea typeface="Calibri"/>
                <a:cs typeface="Calibri"/>
              </a:rPr>
              <a:t>Approved corrections for connected factual questions</a:t>
            </a:r>
          </a:p>
        </p:txBody>
      </p:sp>
      <p:sp>
        <p:nvSpPr>
          <p:cNvPr id="5" name="Project presentation">
            <a:extLst xmlns:a="http://schemas.openxmlformats.org/drawingml/2006/main">
              <a:ext uri="{FF2B5EF4-FFF2-40B4-BE49-F238E27FC236}">
                <a16:creationId xmlns:a16="http://schemas.microsoft.com/office/drawing/2014/main" id="{10430B81-D41E-4ADF-AFB5-B91D35887DD1}"/>
              </a:ext>
            </a:extLst>
          </p:cNvPr>
          <p:cNvSpPr>
            <a:spLocks xmlns:a="http://schemas.openxmlformats.org/drawingml/2006/main" noGrp="1"/>
          </p:cNvSpPr>
          <p:nvPr/>
        </p:nvSpPr>
        <p:spPr>
          <a:xfrm xmlns:a="http://schemas.openxmlformats.org/drawingml/2006/main">
            <a:off x="704850" y="5886450"/>
            <a:ext cx="666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8DED7"/>
                </a:solidFill>
                <a:latin typeface="Calibri"/>
                <a:ea typeface="Calibri"/>
                <a:cs typeface="Calibri"/>
              </a:defRPr>
            </a:defPPr>
            <a:lvl1pPr>
              <a:defRPr sz="1650" b="0">
                <a:solidFill>
                  <a:srgbClr val="C8DED7"/>
                </a:solidFill>
                <a:latin typeface="Calibri"/>
                <a:ea typeface="Calibri"/>
                <a:cs typeface="Calibri"/>
              </a:defRPr>
            </a:lvl1pPr>
            <a:lvl2pPr>
              <a:defRPr sz="1650" b="0">
                <a:solidFill>
                  <a:srgbClr val="C8DED7"/>
                </a:solidFill>
                <a:latin typeface="Calibri"/>
                <a:ea typeface="Calibri"/>
                <a:cs typeface="Calibri"/>
              </a:defRPr>
            </a:lvl2pPr>
            <a:lvl3pPr>
              <a:defRPr sz="1650" b="0">
                <a:solidFill>
                  <a:srgbClr val="C8DED7"/>
                </a:solidFill>
                <a:latin typeface="Calibri"/>
                <a:ea typeface="Calibri"/>
                <a:cs typeface="Calibri"/>
              </a:defRPr>
            </a:lvl3pPr>
            <a:lvl4pPr>
              <a:defRPr sz="1650" b="0">
                <a:solidFill>
                  <a:srgbClr val="C8DED7"/>
                </a:solidFill>
                <a:latin typeface="Calibri"/>
                <a:ea typeface="Calibri"/>
                <a:cs typeface="Calibri"/>
              </a:defRPr>
            </a:lvl4pPr>
            <a:lvl5pPr>
              <a:defRPr sz="1650" b="0">
                <a:solidFill>
                  <a:srgbClr val="C8DED7"/>
                </a:solidFill>
                <a:latin typeface="Calibri"/>
                <a:ea typeface="Calibri"/>
                <a:cs typeface="Calibri"/>
              </a:defRPr>
            </a:lvl5pPr>
            <a:lvl6pPr>
              <a:defRPr sz="1650" b="0">
                <a:solidFill>
                  <a:srgbClr val="C8DED7"/>
                </a:solidFill>
                <a:latin typeface="Calibri"/>
                <a:ea typeface="Calibri"/>
                <a:cs typeface="Calibri"/>
              </a:defRPr>
            </a:lvl6pPr>
            <a:lvl7pPr>
              <a:defRPr sz="1650" b="0">
                <a:solidFill>
                  <a:srgbClr val="C8DED7"/>
                </a:solidFill>
                <a:latin typeface="Calibri"/>
                <a:ea typeface="Calibri"/>
                <a:cs typeface="Calibri"/>
              </a:defRPr>
            </a:lvl7pPr>
            <a:lvl8pPr>
              <a:defRPr sz="1650" b="0">
                <a:solidFill>
                  <a:srgbClr val="C8DED7"/>
                </a:solidFill>
                <a:latin typeface="Calibri"/>
                <a:ea typeface="Calibri"/>
                <a:cs typeface="Calibri"/>
              </a:defRPr>
            </a:lvl8pPr>
            <a:lvl9pPr>
              <a:defRPr sz="1650" b="0">
                <a:solidFill>
                  <a:srgbClr val="C8DED7"/>
                </a:solidFill>
                <a:latin typeface="Calibri"/>
                <a:ea typeface="Calibri"/>
                <a:cs typeface="Calibri"/>
              </a:defRPr>
            </a:lvl9pPr>
          </a:lstStyle>
          <a:p xmlns:a="http://schemas.openxmlformats.org/drawingml/2006/main">
            <a:pPr>
              <a:defRPr sz="1650" b="0">
                <a:solidFill>
                  <a:srgbClr val="C8DED7"/>
                </a:solidFill>
                <a:latin typeface="Calibri"/>
                <a:ea typeface="Calibri"/>
                <a:cs typeface="Calibri"/>
              </a:defRPr>
            </a:pPr>
            <a:r>
              <a:rPr sz="1650" b="0">
                <a:solidFill>
                  <a:srgbClr val="C8DED7"/>
                </a:solidFill>
                <a:latin typeface="Calibri"/>
                <a:ea typeface="Calibri"/>
                <a:cs typeface="Calibri"/>
              </a:rPr>
              <a:t>Project presentation</a:t>
            </a:r>
          </a:p>
        </p:txBody>
      </p:sp>
    </p:spTree>
    <p:extLst>
      <p:ext uri="{BB962C8B-B14F-4D97-AF65-F5344CB8AC3E}">
        <p14:creationId xmlns:p14="http://schemas.microsoft.com/office/powerpoint/2010/main" val="1734650721"/>
      </p:ext>
    </p:extLst>
  </p:cSld>
</p:sld>
</file>

<file path=ppt/slides/slide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One change affects connected answers">
            <a:extLst xmlns:a="http://schemas.openxmlformats.org/drawingml/2006/main">
              <a:ext uri="{FF2B5EF4-FFF2-40B4-BE49-F238E27FC236}">
                <a16:creationId xmlns:a16="http://schemas.microsoft.com/office/drawing/2014/main" id="{A910C098-890D-41B0-ABA3-2EE80CB4D68F}"/>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One change affects connected answers</a:t>
            </a:r>
          </a:p>
        </p:txBody>
      </p:sp>
      <p:sp>
        <p:nvSpPr>
          <p:cNvPr id="3" name="Fictional India operations example: Kaveri Pa">
            <a:extLst xmlns:a="http://schemas.openxmlformats.org/drawingml/2006/main">
              <a:ext uri="{FF2B5EF4-FFF2-40B4-BE49-F238E27FC236}">
                <a16:creationId xmlns:a16="http://schemas.microsoft.com/office/drawing/2014/main" id="{F1032D5F-865B-45AF-B472-A8314AE3BCB7}"/>
              </a:ext>
            </a:extLst>
          </p:cNvPr>
          <p:cNvSpPr>
            <a:spLocks xmlns:a="http://schemas.openxmlformats.org/drawingml/2006/main" noGrp="1"/>
          </p:cNvSpPr>
          <p:nvPr/>
        </p:nvSpPr>
        <p:spPr>
          <a:xfrm xmlns:a="http://schemas.openxmlformats.org/drawingml/2006/main">
            <a:off x="609600" y="1123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Fictional India operations example: Kaveri Payment Gateway, release 2</a:t>
            </a:r>
          </a:p>
        </p:txBody>
      </p:sp>
      <p:sp>
        <p:nvSpPr>
          <p:cNvPr id="4" name="02">
            <a:extLst xmlns:a="http://schemas.openxmlformats.org/drawingml/2006/main">
              <a:ext uri="{FF2B5EF4-FFF2-40B4-BE49-F238E27FC236}">
                <a16:creationId xmlns:a16="http://schemas.microsoft.com/office/drawing/2014/main" id="{77C3A1A2-F1DE-4C32-AF92-DF0CFBC15B2B}"/>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02</a:t>
            </a:r>
          </a:p>
        </p:txBody>
      </p:sp>
      <p:sp>
        <p:nvSpPr>
          <p:cNvPr id="5" name="BEFORE APPROVAL">
            <a:extLst xmlns:a="http://schemas.openxmlformats.org/drawingml/2006/main">
              <a:ext uri="{FF2B5EF4-FFF2-40B4-BE49-F238E27FC236}">
                <a16:creationId xmlns:a16="http://schemas.microsoft.com/office/drawing/2014/main" id="{D7A8F3C6-7A29-484C-A5F3-BCC7A36BCCFA}"/>
              </a:ext>
            </a:extLst>
          </p:cNvPr>
          <p:cNvSpPr>
            <a:spLocks xmlns:a="http://schemas.openxmlformats.org/drawingml/2006/main" noGrp="1"/>
          </p:cNvSpPr>
          <p:nvPr/>
        </p:nvSpPr>
        <p:spPr>
          <a:xfrm xmlns:a="http://schemas.openxmlformats.org/drawingml/2006/main">
            <a:off x="666750" y="20669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526464"/>
                </a:solidFill>
                <a:latin typeface="Calibri"/>
                <a:ea typeface="Calibri"/>
                <a:cs typeface="Calibri"/>
              </a:defRPr>
            </a:defPPr>
            <a:lvl1pPr>
              <a:defRPr sz="1650" b="1">
                <a:solidFill>
                  <a:srgbClr val="526464"/>
                </a:solidFill>
                <a:latin typeface="Calibri"/>
                <a:ea typeface="Calibri"/>
                <a:cs typeface="Calibri"/>
              </a:defRPr>
            </a:lvl1pPr>
            <a:lvl2pPr>
              <a:defRPr sz="1650" b="1">
                <a:solidFill>
                  <a:srgbClr val="526464"/>
                </a:solidFill>
                <a:latin typeface="Calibri"/>
                <a:ea typeface="Calibri"/>
                <a:cs typeface="Calibri"/>
              </a:defRPr>
            </a:lvl2pPr>
            <a:lvl3pPr>
              <a:defRPr sz="1650" b="1">
                <a:solidFill>
                  <a:srgbClr val="526464"/>
                </a:solidFill>
                <a:latin typeface="Calibri"/>
                <a:ea typeface="Calibri"/>
                <a:cs typeface="Calibri"/>
              </a:defRPr>
            </a:lvl3pPr>
            <a:lvl4pPr>
              <a:defRPr sz="1650" b="1">
                <a:solidFill>
                  <a:srgbClr val="526464"/>
                </a:solidFill>
                <a:latin typeface="Calibri"/>
                <a:ea typeface="Calibri"/>
                <a:cs typeface="Calibri"/>
              </a:defRPr>
            </a:lvl4pPr>
            <a:lvl5pPr>
              <a:defRPr sz="1650" b="1">
                <a:solidFill>
                  <a:srgbClr val="526464"/>
                </a:solidFill>
                <a:latin typeface="Calibri"/>
                <a:ea typeface="Calibri"/>
                <a:cs typeface="Calibri"/>
              </a:defRPr>
            </a:lvl5pPr>
            <a:lvl6pPr>
              <a:defRPr sz="1650" b="1">
                <a:solidFill>
                  <a:srgbClr val="526464"/>
                </a:solidFill>
                <a:latin typeface="Calibri"/>
                <a:ea typeface="Calibri"/>
                <a:cs typeface="Calibri"/>
              </a:defRPr>
            </a:lvl6pPr>
            <a:lvl7pPr>
              <a:defRPr sz="1650" b="1">
                <a:solidFill>
                  <a:srgbClr val="526464"/>
                </a:solidFill>
                <a:latin typeface="Calibri"/>
                <a:ea typeface="Calibri"/>
                <a:cs typeface="Calibri"/>
              </a:defRPr>
            </a:lvl7pPr>
            <a:lvl8pPr>
              <a:defRPr sz="1650" b="1">
                <a:solidFill>
                  <a:srgbClr val="526464"/>
                </a:solidFill>
                <a:latin typeface="Calibri"/>
                <a:ea typeface="Calibri"/>
                <a:cs typeface="Calibri"/>
              </a:defRPr>
            </a:lvl8pPr>
            <a:lvl9pPr>
              <a:defRPr sz="1650" b="1">
                <a:solidFill>
                  <a:srgbClr val="526464"/>
                </a:solidFill>
                <a:latin typeface="Calibri"/>
                <a:ea typeface="Calibri"/>
                <a:cs typeface="Calibri"/>
              </a:defRPr>
            </a:lvl9pPr>
          </a:lstStyle>
          <a:p xmlns:a="http://schemas.openxmlformats.org/drawingml/2006/main">
            <a:pPr>
              <a:defRPr sz="1650" b="1">
                <a:solidFill>
                  <a:srgbClr val="526464"/>
                </a:solidFill>
                <a:latin typeface="Calibri"/>
                <a:ea typeface="Calibri"/>
                <a:cs typeface="Calibri"/>
              </a:defRPr>
            </a:pPr>
            <a:r>
              <a:rPr sz="1650" b="1">
                <a:solidFill>
                  <a:srgbClr val="526464"/>
                </a:solidFill>
                <a:latin typeface="Calibri"/>
                <a:ea typeface="Calibri"/>
                <a:cs typeface="Calibri"/>
              </a:rPr>
              <a:t>BEFORE APPROVAL</a:t>
            </a:r>
          </a:p>
        </p:txBody>
      </p:sp>
      <p:sp>
        <p:nvSpPr>
          <p:cNvPr id="6" name="AFTER APPROVAL">
            <a:extLst xmlns:a="http://schemas.openxmlformats.org/drawingml/2006/main">
              <a:ext uri="{FF2B5EF4-FFF2-40B4-BE49-F238E27FC236}">
                <a16:creationId xmlns:a16="http://schemas.microsoft.com/office/drawing/2014/main" id="{80F078CC-2A76-414F-B561-63C2C2E86291}"/>
              </a:ext>
            </a:extLst>
          </p:cNvPr>
          <p:cNvSpPr>
            <a:spLocks xmlns:a="http://schemas.openxmlformats.org/drawingml/2006/main" noGrp="1"/>
          </p:cNvSpPr>
          <p:nvPr/>
        </p:nvSpPr>
        <p:spPr>
          <a:xfrm xmlns:a="http://schemas.openxmlformats.org/drawingml/2006/main">
            <a:off x="6543675" y="20669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526464"/>
                </a:solidFill>
                <a:latin typeface="Calibri"/>
                <a:ea typeface="Calibri"/>
                <a:cs typeface="Calibri"/>
              </a:defRPr>
            </a:defPPr>
            <a:lvl1pPr>
              <a:defRPr sz="1650" b="1">
                <a:solidFill>
                  <a:srgbClr val="526464"/>
                </a:solidFill>
                <a:latin typeface="Calibri"/>
                <a:ea typeface="Calibri"/>
                <a:cs typeface="Calibri"/>
              </a:defRPr>
            </a:lvl1pPr>
            <a:lvl2pPr>
              <a:defRPr sz="1650" b="1">
                <a:solidFill>
                  <a:srgbClr val="526464"/>
                </a:solidFill>
                <a:latin typeface="Calibri"/>
                <a:ea typeface="Calibri"/>
                <a:cs typeface="Calibri"/>
              </a:defRPr>
            </a:lvl2pPr>
            <a:lvl3pPr>
              <a:defRPr sz="1650" b="1">
                <a:solidFill>
                  <a:srgbClr val="526464"/>
                </a:solidFill>
                <a:latin typeface="Calibri"/>
                <a:ea typeface="Calibri"/>
                <a:cs typeface="Calibri"/>
              </a:defRPr>
            </a:lvl3pPr>
            <a:lvl4pPr>
              <a:defRPr sz="1650" b="1">
                <a:solidFill>
                  <a:srgbClr val="526464"/>
                </a:solidFill>
                <a:latin typeface="Calibri"/>
                <a:ea typeface="Calibri"/>
                <a:cs typeface="Calibri"/>
              </a:defRPr>
            </a:lvl4pPr>
            <a:lvl5pPr>
              <a:defRPr sz="1650" b="1">
                <a:solidFill>
                  <a:srgbClr val="526464"/>
                </a:solidFill>
                <a:latin typeface="Calibri"/>
                <a:ea typeface="Calibri"/>
                <a:cs typeface="Calibri"/>
              </a:defRPr>
            </a:lvl5pPr>
            <a:lvl6pPr>
              <a:defRPr sz="1650" b="1">
                <a:solidFill>
                  <a:srgbClr val="526464"/>
                </a:solidFill>
                <a:latin typeface="Calibri"/>
                <a:ea typeface="Calibri"/>
                <a:cs typeface="Calibri"/>
              </a:defRPr>
            </a:lvl6pPr>
            <a:lvl7pPr>
              <a:defRPr sz="1650" b="1">
                <a:solidFill>
                  <a:srgbClr val="526464"/>
                </a:solidFill>
                <a:latin typeface="Calibri"/>
                <a:ea typeface="Calibri"/>
                <a:cs typeface="Calibri"/>
              </a:defRPr>
            </a:lvl7pPr>
            <a:lvl8pPr>
              <a:defRPr sz="1650" b="1">
                <a:solidFill>
                  <a:srgbClr val="526464"/>
                </a:solidFill>
                <a:latin typeface="Calibri"/>
                <a:ea typeface="Calibri"/>
                <a:cs typeface="Calibri"/>
              </a:defRPr>
            </a:lvl8pPr>
            <a:lvl9pPr>
              <a:defRPr sz="1650" b="1">
                <a:solidFill>
                  <a:srgbClr val="526464"/>
                </a:solidFill>
                <a:latin typeface="Calibri"/>
                <a:ea typeface="Calibri"/>
                <a:cs typeface="Calibri"/>
              </a:defRPr>
            </a:lvl9pPr>
          </a:lstStyle>
          <a:p xmlns:a="http://schemas.openxmlformats.org/drawingml/2006/main">
            <a:pPr>
              <a:defRPr sz="1650" b="1">
                <a:solidFill>
                  <a:srgbClr val="526464"/>
                </a:solidFill>
                <a:latin typeface="Calibri"/>
                <a:ea typeface="Calibri"/>
                <a:cs typeface="Calibri"/>
              </a:defRPr>
            </a:pPr>
            <a:r>
              <a:rPr sz="1650" b="1">
                <a:solidFill>
                  <a:srgbClr val="526464"/>
                </a:solidFill>
                <a:latin typeface="Calibri"/>
                <a:ea typeface="Calibri"/>
                <a:cs typeface="Calibri"/>
              </a:rPr>
              <a:t>AFTER APPROVAL</a:t>
            </a:r>
          </a:p>
        </p:txBody>
      </p:sp>
      <p:sp>
        <p:nvSpPr>
          <p:cNvPr id="7" name="Bengaluru Platform Team">
            <a:extLst xmlns:a="http://schemas.openxmlformats.org/drawingml/2006/main">
              <a:ext uri="{FF2B5EF4-FFF2-40B4-BE49-F238E27FC236}">
                <a16:creationId xmlns:a16="http://schemas.microsoft.com/office/drawing/2014/main" id="{DC76664F-24A6-40D2-BDBC-95CD826BFFC8}"/>
              </a:ext>
            </a:extLst>
          </p:cNvPr>
          <p:cNvSpPr>
            <a:spLocks xmlns:a="http://schemas.openxmlformats.org/drawingml/2006/main" noGrp="1"/>
          </p:cNvSpPr>
          <p:nvPr/>
        </p:nvSpPr>
        <p:spPr>
          <a:xfrm xmlns:a="http://schemas.openxmlformats.org/drawingml/2006/main">
            <a:off x="666750" y="26860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52B2B"/>
                </a:solidFill>
                <a:latin typeface="Calibri"/>
                <a:ea typeface="Calibri"/>
                <a:cs typeface="Calibri"/>
              </a:defRPr>
            </a:defPPr>
            <a:lvl1pPr>
              <a:defRPr sz="2475" b="1">
                <a:solidFill>
                  <a:srgbClr val="152B2B"/>
                </a:solidFill>
                <a:latin typeface="Calibri"/>
                <a:ea typeface="Calibri"/>
                <a:cs typeface="Calibri"/>
              </a:defRPr>
            </a:lvl1pPr>
            <a:lvl2pPr>
              <a:defRPr sz="2475" b="1">
                <a:solidFill>
                  <a:srgbClr val="152B2B"/>
                </a:solidFill>
                <a:latin typeface="Calibri"/>
                <a:ea typeface="Calibri"/>
                <a:cs typeface="Calibri"/>
              </a:defRPr>
            </a:lvl2pPr>
            <a:lvl3pPr>
              <a:defRPr sz="2475" b="1">
                <a:solidFill>
                  <a:srgbClr val="152B2B"/>
                </a:solidFill>
                <a:latin typeface="Calibri"/>
                <a:ea typeface="Calibri"/>
                <a:cs typeface="Calibri"/>
              </a:defRPr>
            </a:lvl3pPr>
            <a:lvl4pPr>
              <a:defRPr sz="2475" b="1">
                <a:solidFill>
                  <a:srgbClr val="152B2B"/>
                </a:solidFill>
                <a:latin typeface="Calibri"/>
                <a:ea typeface="Calibri"/>
                <a:cs typeface="Calibri"/>
              </a:defRPr>
            </a:lvl4pPr>
            <a:lvl5pPr>
              <a:defRPr sz="2475" b="1">
                <a:solidFill>
                  <a:srgbClr val="152B2B"/>
                </a:solidFill>
                <a:latin typeface="Calibri"/>
                <a:ea typeface="Calibri"/>
                <a:cs typeface="Calibri"/>
              </a:defRPr>
            </a:lvl5pPr>
            <a:lvl6pPr>
              <a:defRPr sz="2475" b="1">
                <a:solidFill>
                  <a:srgbClr val="152B2B"/>
                </a:solidFill>
                <a:latin typeface="Calibri"/>
                <a:ea typeface="Calibri"/>
                <a:cs typeface="Calibri"/>
              </a:defRPr>
            </a:lvl6pPr>
            <a:lvl7pPr>
              <a:defRPr sz="2475" b="1">
                <a:solidFill>
                  <a:srgbClr val="152B2B"/>
                </a:solidFill>
                <a:latin typeface="Calibri"/>
                <a:ea typeface="Calibri"/>
                <a:cs typeface="Calibri"/>
              </a:defRPr>
            </a:lvl7pPr>
            <a:lvl8pPr>
              <a:defRPr sz="2475" b="1">
                <a:solidFill>
                  <a:srgbClr val="152B2B"/>
                </a:solidFill>
                <a:latin typeface="Calibri"/>
                <a:ea typeface="Calibri"/>
                <a:cs typeface="Calibri"/>
              </a:defRPr>
            </a:lvl8pPr>
            <a:lvl9pPr>
              <a:defRPr sz="2475" b="1">
                <a:solidFill>
                  <a:srgbClr val="152B2B"/>
                </a:solidFill>
                <a:latin typeface="Calibri"/>
                <a:ea typeface="Calibri"/>
                <a:cs typeface="Calibri"/>
              </a:defRPr>
            </a:lvl9pPr>
          </a:lstStyle>
          <a:p xmlns:a="http://schemas.openxmlformats.org/drawingml/2006/main">
            <a:pPr>
              <a:defRPr sz="2475" b="1">
                <a:solidFill>
                  <a:srgbClr val="152B2B"/>
                </a:solidFill>
                <a:latin typeface="Calibri"/>
                <a:ea typeface="Calibri"/>
                <a:cs typeface="Calibri"/>
              </a:defRPr>
            </a:pPr>
            <a:r>
              <a:rPr sz="2475" b="1">
                <a:solidFill>
                  <a:srgbClr val="152B2B"/>
                </a:solidFill>
                <a:latin typeface="Calibri"/>
                <a:ea typeface="Calibri"/>
                <a:cs typeface="Calibri"/>
              </a:rPr>
              <a:t>Bengaluru Platform Team</a:t>
            </a:r>
          </a:p>
        </p:txBody>
      </p:sp>
      <p:sp>
        <p:nvSpPr>
          <p:cNvPr id="8" name="Pune Reliability Team">
            <a:extLst xmlns:a="http://schemas.openxmlformats.org/drawingml/2006/main">
              <a:ext uri="{FF2B5EF4-FFF2-40B4-BE49-F238E27FC236}">
                <a16:creationId xmlns:a16="http://schemas.microsoft.com/office/drawing/2014/main" id="{67173916-0061-428B-B6B9-01A35424B104}"/>
              </a:ext>
            </a:extLst>
          </p:cNvPr>
          <p:cNvSpPr>
            <a:spLocks xmlns:a="http://schemas.openxmlformats.org/drawingml/2006/main" noGrp="1"/>
          </p:cNvSpPr>
          <p:nvPr/>
        </p:nvSpPr>
        <p:spPr>
          <a:xfrm xmlns:a="http://schemas.openxmlformats.org/drawingml/2006/main">
            <a:off x="6543675" y="26860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26766D"/>
                </a:solidFill>
                <a:latin typeface="Calibri"/>
                <a:ea typeface="Calibri"/>
                <a:cs typeface="Calibri"/>
              </a:defRPr>
            </a:defPPr>
            <a:lvl1pPr>
              <a:defRPr sz="2475" b="1">
                <a:solidFill>
                  <a:srgbClr val="26766D"/>
                </a:solidFill>
                <a:latin typeface="Calibri"/>
                <a:ea typeface="Calibri"/>
                <a:cs typeface="Calibri"/>
              </a:defRPr>
            </a:lvl1pPr>
            <a:lvl2pPr>
              <a:defRPr sz="2475" b="1">
                <a:solidFill>
                  <a:srgbClr val="26766D"/>
                </a:solidFill>
                <a:latin typeface="Calibri"/>
                <a:ea typeface="Calibri"/>
                <a:cs typeface="Calibri"/>
              </a:defRPr>
            </a:lvl2pPr>
            <a:lvl3pPr>
              <a:defRPr sz="2475" b="1">
                <a:solidFill>
                  <a:srgbClr val="26766D"/>
                </a:solidFill>
                <a:latin typeface="Calibri"/>
                <a:ea typeface="Calibri"/>
                <a:cs typeface="Calibri"/>
              </a:defRPr>
            </a:lvl3pPr>
            <a:lvl4pPr>
              <a:defRPr sz="2475" b="1">
                <a:solidFill>
                  <a:srgbClr val="26766D"/>
                </a:solidFill>
                <a:latin typeface="Calibri"/>
                <a:ea typeface="Calibri"/>
                <a:cs typeface="Calibri"/>
              </a:defRPr>
            </a:lvl4pPr>
            <a:lvl5pPr>
              <a:defRPr sz="2475" b="1">
                <a:solidFill>
                  <a:srgbClr val="26766D"/>
                </a:solidFill>
                <a:latin typeface="Calibri"/>
                <a:ea typeface="Calibri"/>
                <a:cs typeface="Calibri"/>
              </a:defRPr>
            </a:lvl5pPr>
            <a:lvl6pPr>
              <a:defRPr sz="2475" b="1">
                <a:solidFill>
                  <a:srgbClr val="26766D"/>
                </a:solidFill>
                <a:latin typeface="Calibri"/>
                <a:ea typeface="Calibri"/>
                <a:cs typeface="Calibri"/>
              </a:defRPr>
            </a:lvl6pPr>
            <a:lvl7pPr>
              <a:defRPr sz="2475" b="1">
                <a:solidFill>
                  <a:srgbClr val="26766D"/>
                </a:solidFill>
                <a:latin typeface="Calibri"/>
                <a:ea typeface="Calibri"/>
                <a:cs typeface="Calibri"/>
              </a:defRPr>
            </a:lvl7pPr>
            <a:lvl8pPr>
              <a:defRPr sz="2475" b="1">
                <a:solidFill>
                  <a:srgbClr val="26766D"/>
                </a:solidFill>
                <a:latin typeface="Calibri"/>
                <a:ea typeface="Calibri"/>
                <a:cs typeface="Calibri"/>
              </a:defRPr>
            </a:lvl8pPr>
            <a:lvl9pPr>
              <a:defRPr sz="2475" b="1">
                <a:solidFill>
                  <a:srgbClr val="26766D"/>
                </a:solidFill>
                <a:latin typeface="Calibri"/>
                <a:ea typeface="Calibri"/>
                <a:cs typeface="Calibri"/>
              </a:defRPr>
            </a:lvl9pPr>
          </a:lstStyle>
          <a:p xmlns:a="http://schemas.openxmlformats.org/drawingml/2006/main">
            <a:pPr>
              <a:defRPr sz="2475" b="1">
                <a:solidFill>
                  <a:srgbClr val="26766D"/>
                </a:solidFill>
                <a:latin typeface="Calibri"/>
                <a:ea typeface="Calibri"/>
                <a:cs typeface="Calibri"/>
              </a:defRPr>
            </a:pPr>
            <a:r>
              <a:rPr sz="2475" b="1">
                <a:solidFill>
                  <a:srgbClr val="26766D"/>
                </a:solidFill>
                <a:latin typeface="Calibri"/>
                <a:ea typeface="Calibri"/>
                <a:cs typeface="Calibri"/>
              </a:rPr>
              <a:t>Pune Reliability Team</a:t>
            </a:r>
          </a:p>
        </p:txBody>
      </p:sp>
      <p:sp>
        <p:nvSpPr>
          <p:cNvPr id="9" name="Meera Iyer">
            <a:extLst xmlns:a="http://schemas.openxmlformats.org/drawingml/2006/main">
              <a:ext uri="{FF2B5EF4-FFF2-40B4-BE49-F238E27FC236}">
                <a16:creationId xmlns:a16="http://schemas.microsoft.com/office/drawing/2014/main" id="{CA950536-09EE-41B8-8CCE-0E018D1AC789}"/>
              </a:ext>
            </a:extLst>
          </p:cNvPr>
          <p:cNvSpPr>
            <a:spLocks xmlns:a="http://schemas.openxmlformats.org/drawingml/2006/main" noGrp="1"/>
          </p:cNvSpPr>
          <p:nvPr/>
        </p:nvSpPr>
        <p:spPr>
          <a:xfrm xmlns:a="http://schemas.openxmlformats.org/drawingml/2006/main">
            <a:off x="666750" y="35242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52B2B"/>
                </a:solidFill>
                <a:latin typeface="Calibri"/>
                <a:ea typeface="Calibri"/>
                <a:cs typeface="Calibri"/>
              </a:defRPr>
            </a:defPPr>
            <a:lvl1pPr>
              <a:defRPr sz="2400" b="0">
                <a:solidFill>
                  <a:srgbClr val="152B2B"/>
                </a:solidFill>
                <a:latin typeface="Calibri"/>
                <a:ea typeface="Calibri"/>
                <a:cs typeface="Calibri"/>
              </a:defRPr>
            </a:lvl1pPr>
            <a:lvl2pPr>
              <a:defRPr sz="2400" b="0">
                <a:solidFill>
                  <a:srgbClr val="152B2B"/>
                </a:solidFill>
                <a:latin typeface="Calibri"/>
                <a:ea typeface="Calibri"/>
                <a:cs typeface="Calibri"/>
              </a:defRPr>
            </a:lvl2pPr>
            <a:lvl3pPr>
              <a:defRPr sz="2400" b="0">
                <a:solidFill>
                  <a:srgbClr val="152B2B"/>
                </a:solidFill>
                <a:latin typeface="Calibri"/>
                <a:ea typeface="Calibri"/>
                <a:cs typeface="Calibri"/>
              </a:defRPr>
            </a:lvl3pPr>
            <a:lvl4pPr>
              <a:defRPr sz="2400" b="0">
                <a:solidFill>
                  <a:srgbClr val="152B2B"/>
                </a:solidFill>
                <a:latin typeface="Calibri"/>
                <a:ea typeface="Calibri"/>
                <a:cs typeface="Calibri"/>
              </a:defRPr>
            </a:lvl4pPr>
            <a:lvl5pPr>
              <a:defRPr sz="2400" b="0">
                <a:solidFill>
                  <a:srgbClr val="152B2B"/>
                </a:solidFill>
                <a:latin typeface="Calibri"/>
                <a:ea typeface="Calibri"/>
                <a:cs typeface="Calibri"/>
              </a:defRPr>
            </a:lvl5pPr>
            <a:lvl6pPr>
              <a:defRPr sz="2400" b="0">
                <a:solidFill>
                  <a:srgbClr val="152B2B"/>
                </a:solidFill>
                <a:latin typeface="Calibri"/>
                <a:ea typeface="Calibri"/>
                <a:cs typeface="Calibri"/>
              </a:defRPr>
            </a:lvl6pPr>
            <a:lvl7pPr>
              <a:defRPr sz="2400" b="0">
                <a:solidFill>
                  <a:srgbClr val="152B2B"/>
                </a:solidFill>
                <a:latin typeface="Calibri"/>
                <a:ea typeface="Calibri"/>
                <a:cs typeface="Calibri"/>
              </a:defRPr>
            </a:lvl7pPr>
            <a:lvl8pPr>
              <a:defRPr sz="2400" b="0">
                <a:solidFill>
                  <a:srgbClr val="152B2B"/>
                </a:solidFill>
                <a:latin typeface="Calibri"/>
                <a:ea typeface="Calibri"/>
                <a:cs typeface="Calibri"/>
              </a:defRPr>
            </a:lvl8pPr>
            <a:lvl9pPr>
              <a:defRPr sz="2400" b="0">
                <a:solidFill>
                  <a:srgbClr val="152B2B"/>
                </a:solidFill>
                <a:latin typeface="Calibri"/>
                <a:ea typeface="Calibri"/>
                <a:cs typeface="Calibri"/>
              </a:defRPr>
            </a:lvl9pPr>
          </a:lstStyle>
          <a:p xmlns:a="http://schemas.openxmlformats.org/drawingml/2006/main">
            <a:pPr>
              <a:defRPr sz="2400" b="0">
                <a:solidFill>
                  <a:srgbClr val="152B2B"/>
                </a:solidFill>
                <a:latin typeface="Calibri"/>
                <a:ea typeface="Calibri"/>
                <a:cs typeface="Calibri"/>
              </a:defRPr>
            </a:pPr>
            <a:r>
              <a:rPr sz="2400" b="0">
                <a:solidFill>
                  <a:srgbClr val="152B2B"/>
                </a:solidFill>
                <a:latin typeface="Calibri"/>
                <a:ea typeface="Calibri"/>
                <a:cs typeface="Calibri"/>
              </a:rPr>
              <a:t>Meera Iyer</a:t>
            </a:r>
          </a:p>
        </p:txBody>
      </p:sp>
      <p:sp>
        <p:nvSpPr>
          <p:cNvPr id="10" name="Arjun Deshmukh">
            <a:extLst xmlns:a="http://schemas.openxmlformats.org/drawingml/2006/main">
              <a:ext uri="{FF2B5EF4-FFF2-40B4-BE49-F238E27FC236}">
                <a16:creationId xmlns:a16="http://schemas.microsoft.com/office/drawing/2014/main" id="{6BAA8984-7652-46A2-8C30-7A1DD47355DE}"/>
              </a:ext>
            </a:extLst>
          </p:cNvPr>
          <p:cNvSpPr>
            <a:spLocks xmlns:a="http://schemas.openxmlformats.org/drawingml/2006/main" noGrp="1"/>
          </p:cNvSpPr>
          <p:nvPr/>
        </p:nvSpPr>
        <p:spPr>
          <a:xfrm xmlns:a="http://schemas.openxmlformats.org/drawingml/2006/main">
            <a:off x="6543675" y="35242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26766D"/>
                </a:solidFill>
                <a:latin typeface="Calibri"/>
                <a:ea typeface="Calibri"/>
                <a:cs typeface="Calibri"/>
              </a:defRPr>
            </a:defPPr>
            <a:lvl1pPr>
              <a:defRPr sz="2400" b="0">
                <a:solidFill>
                  <a:srgbClr val="26766D"/>
                </a:solidFill>
                <a:latin typeface="Calibri"/>
                <a:ea typeface="Calibri"/>
                <a:cs typeface="Calibri"/>
              </a:defRPr>
            </a:lvl1pPr>
            <a:lvl2pPr>
              <a:defRPr sz="2400" b="0">
                <a:solidFill>
                  <a:srgbClr val="26766D"/>
                </a:solidFill>
                <a:latin typeface="Calibri"/>
                <a:ea typeface="Calibri"/>
                <a:cs typeface="Calibri"/>
              </a:defRPr>
            </a:lvl2pPr>
            <a:lvl3pPr>
              <a:defRPr sz="2400" b="0">
                <a:solidFill>
                  <a:srgbClr val="26766D"/>
                </a:solidFill>
                <a:latin typeface="Calibri"/>
                <a:ea typeface="Calibri"/>
                <a:cs typeface="Calibri"/>
              </a:defRPr>
            </a:lvl3pPr>
            <a:lvl4pPr>
              <a:defRPr sz="2400" b="0">
                <a:solidFill>
                  <a:srgbClr val="26766D"/>
                </a:solidFill>
                <a:latin typeface="Calibri"/>
                <a:ea typeface="Calibri"/>
                <a:cs typeface="Calibri"/>
              </a:defRPr>
            </a:lvl4pPr>
            <a:lvl5pPr>
              <a:defRPr sz="2400" b="0">
                <a:solidFill>
                  <a:srgbClr val="26766D"/>
                </a:solidFill>
                <a:latin typeface="Calibri"/>
                <a:ea typeface="Calibri"/>
                <a:cs typeface="Calibri"/>
              </a:defRPr>
            </a:lvl5pPr>
            <a:lvl6pPr>
              <a:defRPr sz="2400" b="0">
                <a:solidFill>
                  <a:srgbClr val="26766D"/>
                </a:solidFill>
                <a:latin typeface="Calibri"/>
                <a:ea typeface="Calibri"/>
                <a:cs typeface="Calibri"/>
              </a:defRPr>
            </a:lvl6pPr>
            <a:lvl7pPr>
              <a:defRPr sz="2400" b="0">
                <a:solidFill>
                  <a:srgbClr val="26766D"/>
                </a:solidFill>
                <a:latin typeface="Calibri"/>
                <a:ea typeface="Calibri"/>
                <a:cs typeface="Calibri"/>
              </a:defRPr>
            </a:lvl7pPr>
            <a:lvl8pPr>
              <a:defRPr sz="2400" b="0">
                <a:solidFill>
                  <a:srgbClr val="26766D"/>
                </a:solidFill>
                <a:latin typeface="Calibri"/>
                <a:ea typeface="Calibri"/>
                <a:cs typeface="Calibri"/>
              </a:defRPr>
            </a:lvl8pPr>
            <a:lvl9pPr>
              <a:defRPr sz="2400" b="0">
                <a:solidFill>
                  <a:srgbClr val="26766D"/>
                </a:solidFill>
                <a:latin typeface="Calibri"/>
                <a:ea typeface="Calibri"/>
                <a:cs typeface="Calibri"/>
              </a:defRPr>
            </a:lvl9pPr>
          </a:lstStyle>
          <a:p xmlns:a="http://schemas.openxmlformats.org/drawingml/2006/main">
            <a:pPr>
              <a:defRPr sz="2400" b="0">
                <a:solidFill>
                  <a:srgbClr val="26766D"/>
                </a:solidFill>
                <a:latin typeface="Calibri"/>
                <a:ea typeface="Calibri"/>
                <a:cs typeface="Calibri"/>
              </a:defRPr>
            </a:pPr>
            <a:r>
              <a:rPr sz="2400" b="0">
                <a:solidFill>
                  <a:srgbClr val="26766D"/>
                </a:solidFill>
                <a:latin typeface="Calibri"/>
                <a:ea typeface="Calibri"/>
                <a:cs typeface="Calibri"/>
              </a:rPr>
              <a:t>Arjun Deshmukh</a:t>
            </a:r>
          </a:p>
        </p:txBody>
      </p:sp>
      <p:sp>
        <p:nvSpPr>
          <p:cNvPr id="11" name="Office in Chennai">
            <a:extLst xmlns:a="http://schemas.openxmlformats.org/drawingml/2006/main">
              <a:ext uri="{FF2B5EF4-FFF2-40B4-BE49-F238E27FC236}">
                <a16:creationId xmlns:a16="http://schemas.microsoft.com/office/drawing/2014/main" id="{2265D3A1-794D-43F6-90CC-64A930971C09}"/>
              </a:ext>
            </a:extLst>
          </p:cNvPr>
          <p:cNvSpPr>
            <a:spLocks xmlns:a="http://schemas.openxmlformats.org/drawingml/2006/main" noGrp="1"/>
          </p:cNvSpPr>
          <p:nvPr/>
        </p:nvSpPr>
        <p:spPr>
          <a:xfrm xmlns:a="http://schemas.openxmlformats.org/drawingml/2006/main">
            <a:off x="666750" y="43529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52B2B"/>
                </a:solidFill>
                <a:latin typeface="Calibri"/>
                <a:ea typeface="Calibri"/>
                <a:cs typeface="Calibri"/>
              </a:defRPr>
            </a:defPPr>
            <a:lvl1pPr>
              <a:defRPr sz="2400" b="0">
                <a:solidFill>
                  <a:srgbClr val="152B2B"/>
                </a:solidFill>
                <a:latin typeface="Calibri"/>
                <a:ea typeface="Calibri"/>
                <a:cs typeface="Calibri"/>
              </a:defRPr>
            </a:lvl1pPr>
            <a:lvl2pPr>
              <a:defRPr sz="2400" b="0">
                <a:solidFill>
                  <a:srgbClr val="152B2B"/>
                </a:solidFill>
                <a:latin typeface="Calibri"/>
                <a:ea typeface="Calibri"/>
                <a:cs typeface="Calibri"/>
              </a:defRPr>
            </a:lvl2pPr>
            <a:lvl3pPr>
              <a:defRPr sz="2400" b="0">
                <a:solidFill>
                  <a:srgbClr val="152B2B"/>
                </a:solidFill>
                <a:latin typeface="Calibri"/>
                <a:ea typeface="Calibri"/>
                <a:cs typeface="Calibri"/>
              </a:defRPr>
            </a:lvl3pPr>
            <a:lvl4pPr>
              <a:defRPr sz="2400" b="0">
                <a:solidFill>
                  <a:srgbClr val="152B2B"/>
                </a:solidFill>
                <a:latin typeface="Calibri"/>
                <a:ea typeface="Calibri"/>
                <a:cs typeface="Calibri"/>
              </a:defRPr>
            </a:lvl4pPr>
            <a:lvl5pPr>
              <a:defRPr sz="2400" b="0">
                <a:solidFill>
                  <a:srgbClr val="152B2B"/>
                </a:solidFill>
                <a:latin typeface="Calibri"/>
                <a:ea typeface="Calibri"/>
                <a:cs typeface="Calibri"/>
              </a:defRPr>
            </a:lvl5pPr>
            <a:lvl6pPr>
              <a:defRPr sz="2400" b="0">
                <a:solidFill>
                  <a:srgbClr val="152B2B"/>
                </a:solidFill>
                <a:latin typeface="Calibri"/>
                <a:ea typeface="Calibri"/>
                <a:cs typeface="Calibri"/>
              </a:defRPr>
            </a:lvl6pPr>
            <a:lvl7pPr>
              <a:defRPr sz="2400" b="0">
                <a:solidFill>
                  <a:srgbClr val="152B2B"/>
                </a:solidFill>
                <a:latin typeface="Calibri"/>
                <a:ea typeface="Calibri"/>
                <a:cs typeface="Calibri"/>
              </a:defRPr>
            </a:lvl7pPr>
            <a:lvl8pPr>
              <a:defRPr sz="2400" b="0">
                <a:solidFill>
                  <a:srgbClr val="152B2B"/>
                </a:solidFill>
                <a:latin typeface="Calibri"/>
                <a:ea typeface="Calibri"/>
                <a:cs typeface="Calibri"/>
              </a:defRPr>
            </a:lvl8pPr>
            <a:lvl9pPr>
              <a:defRPr sz="2400" b="0">
                <a:solidFill>
                  <a:srgbClr val="152B2B"/>
                </a:solidFill>
                <a:latin typeface="Calibri"/>
                <a:ea typeface="Calibri"/>
                <a:cs typeface="Calibri"/>
              </a:defRPr>
            </a:lvl9pPr>
          </a:lstStyle>
          <a:p xmlns:a="http://schemas.openxmlformats.org/drawingml/2006/main">
            <a:pPr>
              <a:defRPr sz="2400" b="0">
                <a:solidFill>
                  <a:srgbClr val="152B2B"/>
                </a:solidFill>
                <a:latin typeface="Calibri"/>
                <a:ea typeface="Calibri"/>
                <a:cs typeface="Calibri"/>
              </a:defRPr>
            </a:pPr>
            <a:r>
              <a:rPr sz="2400" b="0">
                <a:solidFill>
                  <a:srgbClr val="152B2B"/>
                </a:solidFill>
                <a:latin typeface="Calibri"/>
                <a:ea typeface="Calibri"/>
                <a:cs typeface="Calibri"/>
              </a:rPr>
              <a:t>Office in Chennai</a:t>
            </a:r>
          </a:p>
        </p:txBody>
      </p:sp>
      <p:sp>
        <p:nvSpPr>
          <p:cNvPr id="12" name="Office in Hyderabad">
            <a:extLst xmlns:a="http://schemas.openxmlformats.org/drawingml/2006/main">
              <a:ext uri="{FF2B5EF4-FFF2-40B4-BE49-F238E27FC236}">
                <a16:creationId xmlns:a16="http://schemas.microsoft.com/office/drawing/2014/main" id="{F09FB7FF-ADD8-4104-8221-2F4F91A7FDD4}"/>
              </a:ext>
            </a:extLst>
          </p:cNvPr>
          <p:cNvSpPr>
            <a:spLocks xmlns:a="http://schemas.openxmlformats.org/drawingml/2006/main" noGrp="1"/>
          </p:cNvSpPr>
          <p:nvPr/>
        </p:nvSpPr>
        <p:spPr>
          <a:xfrm xmlns:a="http://schemas.openxmlformats.org/drawingml/2006/main">
            <a:off x="6543675" y="43529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26766D"/>
                </a:solidFill>
                <a:latin typeface="Calibri"/>
                <a:ea typeface="Calibri"/>
                <a:cs typeface="Calibri"/>
              </a:defRPr>
            </a:defPPr>
            <a:lvl1pPr>
              <a:defRPr sz="2400" b="0">
                <a:solidFill>
                  <a:srgbClr val="26766D"/>
                </a:solidFill>
                <a:latin typeface="Calibri"/>
                <a:ea typeface="Calibri"/>
                <a:cs typeface="Calibri"/>
              </a:defRPr>
            </a:lvl1pPr>
            <a:lvl2pPr>
              <a:defRPr sz="2400" b="0">
                <a:solidFill>
                  <a:srgbClr val="26766D"/>
                </a:solidFill>
                <a:latin typeface="Calibri"/>
                <a:ea typeface="Calibri"/>
                <a:cs typeface="Calibri"/>
              </a:defRPr>
            </a:lvl2pPr>
            <a:lvl3pPr>
              <a:defRPr sz="2400" b="0">
                <a:solidFill>
                  <a:srgbClr val="26766D"/>
                </a:solidFill>
                <a:latin typeface="Calibri"/>
                <a:ea typeface="Calibri"/>
                <a:cs typeface="Calibri"/>
              </a:defRPr>
            </a:lvl3pPr>
            <a:lvl4pPr>
              <a:defRPr sz="2400" b="0">
                <a:solidFill>
                  <a:srgbClr val="26766D"/>
                </a:solidFill>
                <a:latin typeface="Calibri"/>
                <a:ea typeface="Calibri"/>
                <a:cs typeface="Calibri"/>
              </a:defRPr>
            </a:lvl4pPr>
            <a:lvl5pPr>
              <a:defRPr sz="2400" b="0">
                <a:solidFill>
                  <a:srgbClr val="26766D"/>
                </a:solidFill>
                <a:latin typeface="Calibri"/>
                <a:ea typeface="Calibri"/>
                <a:cs typeface="Calibri"/>
              </a:defRPr>
            </a:lvl5pPr>
            <a:lvl6pPr>
              <a:defRPr sz="2400" b="0">
                <a:solidFill>
                  <a:srgbClr val="26766D"/>
                </a:solidFill>
                <a:latin typeface="Calibri"/>
                <a:ea typeface="Calibri"/>
                <a:cs typeface="Calibri"/>
              </a:defRPr>
            </a:lvl6pPr>
            <a:lvl7pPr>
              <a:defRPr sz="2400" b="0">
                <a:solidFill>
                  <a:srgbClr val="26766D"/>
                </a:solidFill>
                <a:latin typeface="Calibri"/>
                <a:ea typeface="Calibri"/>
                <a:cs typeface="Calibri"/>
              </a:defRPr>
            </a:lvl7pPr>
            <a:lvl8pPr>
              <a:defRPr sz="2400" b="0">
                <a:solidFill>
                  <a:srgbClr val="26766D"/>
                </a:solidFill>
                <a:latin typeface="Calibri"/>
                <a:ea typeface="Calibri"/>
                <a:cs typeface="Calibri"/>
              </a:defRPr>
            </a:lvl8pPr>
            <a:lvl9pPr>
              <a:defRPr sz="2400" b="0">
                <a:solidFill>
                  <a:srgbClr val="26766D"/>
                </a:solidFill>
                <a:latin typeface="Calibri"/>
                <a:ea typeface="Calibri"/>
                <a:cs typeface="Calibri"/>
              </a:defRPr>
            </a:lvl9pPr>
          </a:lstStyle>
          <a:p xmlns:a="http://schemas.openxmlformats.org/drawingml/2006/main">
            <a:pPr>
              <a:defRPr sz="2400" b="0">
                <a:solidFill>
                  <a:srgbClr val="26766D"/>
                </a:solidFill>
                <a:latin typeface="Calibri"/>
                <a:ea typeface="Calibri"/>
                <a:cs typeface="Calibri"/>
              </a:defRPr>
            </a:pPr>
            <a:r>
              <a:rPr sz="2400" b="0">
                <a:solidFill>
                  <a:srgbClr val="26766D"/>
                </a:solidFill>
                <a:latin typeface="Calibri"/>
                <a:ea typeface="Calibri"/>
                <a:cs typeface="Calibri"/>
              </a:rPr>
              <a:t>Office in Hyderabad</a:t>
            </a:r>
          </a:p>
        </p:txBody>
      </p:sp>
      <p:sp>
        <p:nvSpPr>
          <p:cNvPr id="13" name="Hosting stays in Bengaluru. Older releases ke">
            <a:extLst xmlns:a="http://schemas.openxmlformats.org/drawingml/2006/main">
              <a:ext uri="{FF2B5EF4-FFF2-40B4-BE49-F238E27FC236}">
                <a16:creationId xmlns:a16="http://schemas.microsoft.com/office/drawing/2014/main" id="{E702CF1F-4973-4BEC-A4E0-451C3A077117}"/>
              </a:ext>
            </a:extLst>
          </p:cNvPr>
          <p:cNvSpPr>
            <a:spLocks xmlns:a="http://schemas.openxmlformats.org/drawingml/2006/main" noGrp="1"/>
          </p:cNvSpPr>
          <p:nvPr/>
        </p:nvSpPr>
        <p:spPr>
          <a:xfrm xmlns:a="http://schemas.openxmlformats.org/drawingml/2006/main">
            <a:off x="666750" y="5562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Hosting stays in Bengaluru. Older releases keep their own facts.</a:t>
            </a:r>
          </a:p>
        </p:txBody>
      </p:sp>
    </p:spTree>
    <p:extLst>
      <p:ext uri="{BB962C8B-B14F-4D97-AF65-F5344CB8AC3E}">
        <p14:creationId xmlns:p14="http://schemas.microsoft.com/office/powerpoint/2010/main" val="139149447"/>
      </p:ext>
    </p:extLst>
  </p:cSld>
</p:sld>
</file>

<file path=ppt/slides/slide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The model and memory have separate roles">
            <a:extLst xmlns:a="http://schemas.openxmlformats.org/drawingml/2006/main">
              <a:ext uri="{FF2B5EF4-FFF2-40B4-BE49-F238E27FC236}">
                <a16:creationId xmlns:a16="http://schemas.microsoft.com/office/drawing/2014/main" id="{A74D12E4-954F-480C-B412-CF22576474B6}"/>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The model and memory have separate roles</a:t>
            </a:r>
          </a:p>
        </p:txBody>
      </p:sp>
      <p:sp>
        <p:nvSpPr>
          <p:cNvPr id="3" name="03">
            <a:extLst xmlns:a="http://schemas.openxmlformats.org/drawingml/2006/main">
              <a:ext uri="{FF2B5EF4-FFF2-40B4-BE49-F238E27FC236}">
                <a16:creationId xmlns:a16="http://schemas.microsoft.com/office/drawing/2014/main" id="{B50763DB-E17A-4BAF-9217-B2552924CFC0}"/>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03</a:t>
            </a:r>
          </a:p>
        </p:txBody>
      </p:sp>
      <p:sp>
        <p:nvSpPr>
          <p:cNvPr id="4" name="01">
            <a:extLst xmlns:a="http://schemas.openxmlformats.org/drawingml/2006/main">
              <a:ext uri="{FF2B5EF4-FFF2-40B4-BE49-F238E27FC236}">
                <a16:creationId xmlns:a16="http://schemas.microsoft.com/office/drawing/2014/main" id="{2EAD92FB-712E-44A9-AD41-AE6E753F744A}"/>
              </a:ext>
            </a:extLst>
          </p:cNvPr>
          <p:cNvSpPr>
            <a:spLocks xmlns:a="http://schemas.openxmlformats.org/drawingml/2006/main" noGrp="1"/>
          </p:cNvSpPr>
          <p:nvPr/>
        </p:nvSpPr>
        <p:spPr>
          <a:xfrm xmlns:a="http://schemas.openxmlformats.org/drawingml/2006/main">
            <a:off x="647700" y="156210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01</a:t>
            </a:r>
          </a:p>
        </p:txBody>
      </p:sp>
      <p:sp>
        <p:nvSpPr>
          <p:cNvPr id="5" name="Approved memory">
            <a:extLst xmlns:a="http://schemas.openxmlformats.org/drawingml/2006/main">
              <a:ext uri="{FF2B5EF4-FFF2-40B4-BE49-F238E27FC236}">
                <a16:creationId xmlns:a16="http://schemas.microsoft.com/office/drawing/2014/main" id="{FF8F1E79-8DC4-4002-8CEC-6D9E1FE0119D}"/>
              </a:ext>
            </a:extLst>
          </p:cNvPr>
          <p:cNvSpPr>
            <a:spLocks xmlns:a="http://schemas.openxmlformats.org/drawingml/2006/main" noGrp="1"/>
          </p:cNvSpPr>
          <p:nvPr/>
        </p:nvSpPr>
        <p:spPr>
          <a:xfrm xmlns:a="http://schemas.openxmlformats.org/drawingml/2006/main">
            <a:off x="1619250" y="1562100"/>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2B2B"/>
                </a:solidFill>
                <a:latin typeface="Calibri"/>
                <a:ea typeface="Calibri"/>
                <a:cs typeface="Calibri"/>
              </a:defRPr>
            </a:defPPr>
            <a:lvl1pPr>
              <a:defRPr sz="2250" b="1">
                <a:solidFill>
                  <a:srgbClr val="152B2B"/>
                </a:solidFill>
                <a:latin typeface="Calibri"/>
                <a:ea typeface="Calibri"/>
                <a:cs typeface="Calibri"/>
              </a:defRPr>
            </a:lvl1pPr>
            <a:lvl2pPr>
              <a:defRPr sz="2250" b="1">
                <a:solidFill>
                  <a:srgbClr val="152B2B"/>
                </a:solidFill>
                <a:latin typeface="Calibri"/>
                <a:ea typeface="Calibri"/>
                <a:cs typeface="Calibri"/>
              </a:defRPr>
            </a:lvl2pPr>
            <a:lvl3pPr>
              <a:defRPr sz="2250" b="1">
                <a:solidFill>
                  <a:srgbClr val="152B2B"/>
                </a:solidFill>
                <a:latin typeface="Calibri"/>
                <a:ea typeface="Calibri"/>
                <a:cs typeface="Calibri"/>
              </a:defRPr>
            </a:lvl3pPr>
            <a:lvl4pPr>
              <a:defRPr sz="2250" b="1">
                <a:solidFill>
                  <a:srgbClr val="152B2B"/>
                </a:solidFill>
                <a:latin typeface="Calibri"/>
                <a:ea typeface="Calibri"/>
                <a:cs typeface="Calibri"/>
              </a:defRPr>
            </a:lvl4pPr>
            <a:lvl5pPr>
              <a:defRPr sz="2250" b="1">
                <a:solidFill>
                  <a:srgbClr val="152B2B"/>
                </a:solidFill>
                <a:latin typeface="Calibri"/>
                <a:ea typeface="Calibri"/>
                <a:cs typeface="Calibri"/>
              </a:defRPr>
            </a:lvl5pPr>
            <a:lvl6pPr>
              <a:defRPr sz="2250" b="1">
                <a:solidFill>
                  <a:srgbClr val="152B2B"/>
                </a:solidFill>
                <a:latin typeface="Calibri"/>
                <a:ea typeface="Calibri"/>
                <a:cs typeface="Calibri"/>
              </a:defRPr>
            </a:lvl6pPr>
            <a:lvl7pPr>
              <a:defRPr sz="2250" b="1">
                <a:solidFill>
                  <a:srgbClr val="152B2B"/>
                </a:solidFill>
                <a:latin typeface="Calibri"/>
                <a:ea typeface="Calibri"/>
                <a:cs typeface="Calibri"/>
              </a:defRPr>
            </a:lvl7pPr>
            <a:lvl8pPr>
              <a:defRPr sz="2250" b="1">
                <a:solidFill>
                  <a:srgbClr val="152B2B"/>
                </a:solidFill>
                <a:latin typeface="Calibri"/>
                <a:ea typeface="Calibri"/>
                <a:cs typeface="Calibri"/>
              </a:defRPr>
            </a:lvl8pPr>
            <a:lvl9pPr>
              <a:defRPr sz="2250" b="1">
                <a:solidFill>
                  <a:srgbClr val="152B2B"/>
                </a:solidFill>
                <a:latin typeface="Calibri"/>
                <a:ea typeface="Calibri"/>
                <a:cs typeface="Calibri"/>
              </a:defRPr>
            </a:lvl9pPr>
          </a:lstStyle>
          <a:p xmlns:a="http://schemas.openxmlformats.org/drawingml/2006/main">
            <a:pPr>
              <a:defRPr sz="2250" b="1">
                <a:solidFill>
                  <a:srgbClr val="152B2B"/>
                </a:solidFill>
                <a:latin typeface="Calibri"/>
                <a:ea typeface="Calibri"/>
                <a:cs typeface="Calibri"/>
              </a:defRPr>
            </a:pPr>
            <a:r>
              <a:rPr sz="2250" b="1">
                <a:solidFill>
                  <a:srgbClr val="152B2B"/>
                </a:solidFill>
                <a:latin typeface="Calibri"/>
                <a:ea typeface="Calibri"/>
                <a:cs typeface="Calibri"/>
              </a:rPr>
              <a:t>Approved memory</a:t>
            </a:r>
          </a:p>
        </p:txBody>
      </p:sp>
      <p:sp>
        <p:nvSpPr>
          <p:cNvPr id="6" name="SQLite keeps scoped fact versions, sources an">
            <a:extLst xmlns:a="http://schemas.openxmlformats.org/drawingml/2006/main">
              <a:ext uri="{FF2B5EF4-FFF2-40B4-BE49-F238E27FC236}">
                <a16:creationId xmlns:a16="http://schemas.microsoft.com/office/drawing/2014/main" id="{CE7BCB5F-70B8-43CD-A1C2-518B750F0589}"/>
              </a:ext>
            </a:extLst>
          </p:cNvPr>
          <p:cNvSpPr>
            <a:spLocks xmlns:a="http://schemas.openxmlformats.org/drawingml/2006/main" noGrp="1"/>
          </p:cNvSpPr>
          <p:nvPr/>
        </p:nvSpPr>
        <p:spPr>
          <a:xfrm xmlns:a="http://schemas.openxmlformats.org/drawingml/2006/main">
            <a:off x="1619250" y="199072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SQLite keeps scoped fact versions, sources and history.</a:t>
            </a:r>
          </a:p>
        </p:txBody>
      </p:sp>
      <p:sp>
        <p:nvSpPr>
          <p:cNvPr id="7" name="02">
            <a:extLst xmlns:a="http://schemas.openxmlformats.org/drawingml/2006/main">
              <a:ext uri="{FF2B5EF4-FFF2-40B4-BE49-F238E27FC236}">
                <a16:creationId xmlns:a16="http://schemas.microsoft.com/office/drawing/2014/main" id="{A9999C30-CF77-4DB7-94F4-0173BBAA2D38}"/>
              </a:ext>
            </a:extLst>
          </p:cNvPr>
          <p:cNvSpPr>
            <a:spLocks xmlns:a="http://schemas.openxmlformats.org/drawingml/2006/main" noGrp="1"/>
          </p:cNvSpPr>
          <p:nvPr/>
        </p:nvSpPr>
        <p:spPr>
          <a:xfrm xmlns:a="http://schemas.openxmlformats.org/drawingml/2006/main">
            <a:off x="647700" y="258127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02</a:t>
            </a:r>
          </a:p>
        </p:txBody>
      </p:sp>
      <p:sp>
        <p:nvSpPr>
          <p:cNvPr id="8" name="Context selection">
            <a:extLst xmlns:a="http://schemas.openxmlformats.org/drawingml/2006/main">
              <a:ext uri="{FF2B5EF4-FFF2-40B4-BE49-F238E27FC236}">
                <a16:creationId xmlns:a16="http://schemas.microsoft.com/office/drawing/2014/main" id="{EC19ADF5-E4B3-4A7C-9E03-10DDD3DD78A4}"/>
              </a:ext>
            </a:extLst>
          </p:cNvPr>
          <p:cNvSpPr>
            <a:spLocks xmlns:a="http://schemas.openxmlformats.org/drawingml/2006/main" noGrp="1"/>
          </p:cNvSpPr>
          <p:nvPr/>
        </p:nvSpPr>
        <p:spPr>
          <a:xfrm xmlns:a="http://schemas.openxmlformats.org/drawingml/2006/main">
            <a:off x="1619250" y="2581275"/>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2B2B"/>
                </a:solidFill>
                <a:latin typeface="Calibri"/>
                <a:ea typeface="Calibri"/>
                <a:cs typeface="Calibri"/>
              </a:defRPr>
            </a:defPPr>
            <a:lvl1pPr>
              <a:defRPr sz="2250" b="1">
                <a:solidFill>
                  <a:srgbClr val="152B2B"/>
                </a:solidFill>
                <a:latin typeface="Calibri"/>
                <a:ea typeface="Calibri"/>
                <a:cs typeface="Calibri"/>
              </a:defRPr>
            </a:lvl1pPr>
            <a:lvl2pPr>
              <a:defRPr sz="2250" b="1">
                <a:solidFill>
                  <a:srgbClr val="152B2B"/>
                </a:solidFill>
                <a:latin typeface="Calibri"/>
                <a:ea typeface="Calibri"/>
                <a:cs typeface="Calibri"/>
              </a:defRPr>
            </a:lvl2pPr>
            <a:lvl3pPr>
              <a:defRPr sz="2250" b="1">
                <a:solidFill>
                  <a:srgbClr val="152B2B"/>
                </a:solidFill>
                <a:latin typeface="Calibri"/>
                <a:ea typeface="Calibri"/>
                <a:cs typeface="Calibri"/>
              </a:defRPr>
            </a:lvl3pPr>
            <a:lvl4pPr>
              <a:defRPr sz="2250" b="1">
                <a:solidFill>
                  <a:srgbClr val="152B2B"/>
                </a:solidFill>
                <a:latin typeface="Calibri"/>
                <a:ea typeface="Calibri"/>
                <a:cs typeface="Calibri"/>
              </a:defRPr>
            </a:lvl4pPr>
            <a:lvl5pPr>
              <a:defRPr sz="2250" b="1">
                <a:solidFill>
                  <a:srgbClr val="152B2B"/>
                </a:solidFill>
                <a:latin typeface="Calibri"/>
                <a:ea typeface="Calibri"/>
                <a:cs typeface="Calibri"/>
              </a:defRPr>
            </a:lvl5pPr>
            <a:lvl6pPr>
              <a:defRPr sz="2250" b="1">
                <a:solidFill>
                  <a:srgbClr val="152B2B"/>
                </a:solidFill>
                <a:latin typeface="Calibri"/>
                <a:ea typeface="Calibri"/>
                <a:cs typeface="Calibri"/>
              </a:defRPr>
            </a:lvl6pPr>
            <a:lvl7pPr>
              <a:defRPr sz="2250" b="1">
                <a:solidFill>
                  <a:srgbClr val="152B2B"/>
                </a:solidFill>
                <a:latin typeface="Calibri"/>
                <a:ea typeface="Calibri"/>
                <a:cs typeface="Calibri"/>
              </a:defRPr>
            </a:lvl7pPr>
            <a:lvl8pPr>
              <a:defRPr sz="2250" b="1">
                <a:solidFill>
                  <a:srgbClr val="152B2B"/>
                </a:solidFill>
                <a:latin typeface="Calibri"/>
                <a:ea typeface="Calibri"/>
                <a:cs typeface="Calibri"/>
              </a:defRPr>
            </a:lvl8pPr>
            <a:lvl9pPr>
              <a:defRPr sz="2250" b="1">
                <a:solidFill>
                  <a:srgbClr val="152B2B"/>
                </a:solidFill>
                <a:latin typeface="Calibri"/>
                <a:ea typeface="Calibri"/>
                <a:cs typeface="Calibri"/>
              </a:defRPr>
            </a:lvl9pPr>
          </a:lstStyle>
          <a:p xmlns:a="http://schemas.openxmlformats.org/drawingml/2006/main">
            <a:pPr>
              <a:defRPr sz="2250" b="1">
                <a:solidFill>
                  <a:srgbClr val="152B2B"/>
                </a:solidFill>
                <a:latin typeface="Calibri"/>
                <a:ea typeface="Calibri"/>
                <a:cs typeface="Calibri"/>
              </a:defRPr>
            </a:pPr>
            <a:r>
              <a:rPr sz="2250" b="1">
                <a:solidFill>
                  <a:srgbClr val="152B2B"/>
                </a:solidFill>
                <a:latin typeface="Calibri"/>
                <a:ea typeface="Calibri"/>
                <a:cs typeface="Calibri"/>
              </a:rPr>
              <a:t>Context selection</a:t>
            </a:r>
          </a:p>
        </p:txBody>
      </p:sp>
      <p:sp>
        <p:nvSpPr>
          <p:cNvPr id="9" name="Lexical retrieval expands from the question t">
            <a:extLst xmlns:a="http://schemas.openxmlformats.org/drawingml/2006/main">
              <a:ext uri="{FF2B5EF4-FFF2-40B4-BE49-F238E27FC236}">
                <a16:creationId xmlns:a16="http://schemas.microsoft.com/office/drawing/2014/main" id="{5C32BFD9-2DCF-489C-9C9B-4867D472B4E9}"/>
              </a:ext>
            </a:extLst>
          </p:cNvPr>
          <p:cNvSpPr>
            <a:spLocks xmlns:a="http://schemas.openxmlformats.org/drawingml/2006/main" noGrp="1"/>
          </p:cNvSpPr>
          <p:nvPr/>
        </p:nvSpPr>
        <p:spPr>
          <a:xfrm xmlns:a="http://schemas.openxmlformats.org/drawingml/2006/main">
            <a:off x="1619250" y="30099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Lexical retrieval expands from the question to connected facts.</a:t>
            </a:r>
          </a:p>
        </p:txBody>
      </p:sp>
      <p:sp>
        <p:nvSpPr>
          <p:cNvPr id="10" name="03">
            <a:extLst xmlns:a="http://schemas.openxmlformats.org/drawingml/2006/main">
              <a:ext uri="{FF2B5EF4-FFF2-40B4-BE49-F238E27FC236}">
                <a16:creationId xmlns:a16="http://schemas.microsoft.com/office/drawing/2014/main" id="{1604CA5E-B5D3-45DF-9F27-8DBAA60CDEFB}"/>
              </a:ext>
            </a:extLst>
          </p:cNvPr>
          <p:cNvSpPr>
            <a:spLocks xmlns:a="http://schemas.openxmlformats.org/drawingml/2006/main" noGrp="1"/>
          </p:cNvSpPr>
          <p:nvPr/>
        </p:nvSpPr>
        <p:spPr>
          <a:xfrm xmlns:a="http://schemas.openxmlformats.org/drawingml/2006/main">
            <a:off x="647700" y="360045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03</a:t>
            </a:r>
          </a:p>
        </p:txBody>
      </p:sp>
      <p:sp>
        <p:nvSpPr>
          <p:cNvPr id="11" name="Learned answer generation">
            <a:extLst xmlns:a="http://schemas.openxmlformats.org/drawingml/2006/main">
              <a:ext uri="{FF2B5EF4-FFF2-40B4-BE49-F238E27FC236}">
                <a16:creationId xmlns:a16="http://schemas.microsoft.com/office/drawing/2014/main" id="{26C8FA69-6F61-4153-8073-EDA093D3C6A9}"/>
              </a:ext>
            </a:extLst>
          </p:cNvPr>
          <p:cNvSpPr>
            <a:spLocks xmlns:a="http://schemas.openxmlformats.org/drawingml/2006/main" noGrp="1"/>
          </p:cNvSpPr>
          <p:nvPr/>
        </p:nvSpPr>
        <p:spPr>
          <a:xfrm xmlns:a="http://schemas.openxmlformats.org/drawingml/2006/main">
            <a:off x="1619250" y="3600450"/>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2B2B"/>
                </a:solidFill>
                <a:latin typeface="Calibri"/>
                <a:ea typeface="Calibri"/>
                <a:cs typeface="Calibri"/>
              </a:defRPr>
            </a:defPPr>
            <a:lvl1pPr>
              <a:defRPr sz="2250" b="1">
                <a:solidFill>
                  <a:srgbClr val="152B2B"/>
                </a:solidFill>
                <a:latin typeface="Calibri"/>
                <a:ea typeface="Calibri"/>
                <a:cs typeface="Calibri"/>
              </a:defRPr>
            </a:lvl1pPr>
            <a:lvl2pPr>
              <a:defRPr sz="2250" b="1">
                <a:solidFill>
                  <a:srgbClr val="152B2B"/>
                </a:solidFill>
                <a:latin typeface="Calibri"/>
                <a:ea typeface="Calibri"/>
                <a:cs typeface="Calibri"/>
              </a:defRPr>
            </a:lvl2pPr>
            <a:lvl3pPr>
              <a:defRPr sz="2250" b="1">
                <a:solidFill>
                  <a:srgbClr val="152B2B"/>
                </a:solidFill>
                <a:latin typeface="Calibri"/>
                <a:ea typeface="Calibri"/>
                <a:cs typeface="Calibri"/>
              </a:defRPr>
            </a:lvl3pPr>
            <a:lvl4pPr>
              <a:defRPr sz="2250" b="1">
                <a:solidFill>
                  <a:srgbClr val="152B2B"/>
                </a:solidFill>
                <a:latin typeface="Calibri"/>
                <a:ea typeface="Calibri"/>
                <a:cs typeface="Calibri"/>
              </a:defRPr>
            </a:lvl4pPr>
            <a:lvl5pPr>
              <a:defRPr sz="2250" b="1">
                <a:solidFill>
                  <a:srgbClr val="152B2B"/>
                </a:solidFill>
                <a:latin typeface="Calibri"/>
                <a:ea typeface="Calibri"/>
                <a:cs typeface="Calibri"/>
              </a:defRPr>
            </a:lvl5pPr>
            <a:lvl6pPr>
              <a:defRPr sz="2250" b="1">
                <a:solidFill>
                  <a:srgbClr val="152B2B"/>
                </a:solidFill>
                <a:latin typeface="Calibri"/>
                <a:ea typeface="Calibri"/>
                <a:cs typeface="Calibri"/>
              </a:defRPr>
            </a:lvl6pPr>
            <a:lvl7pPr>
              <a:defRPr sz="2250" b="1">
                <a:solidFill>
                  <a:srgbClr val="152B2B"/>
                </a:solidFill>
                <a:latin typeface="Calibri"/>
                <a:ea typeface="Calibri"/>
                <a:cs typeface="Calibri"/>
              </a:defRPr>
            </a:lvl7pPr>
            <a:lvl8pPr>
              <a:defRPr sz="2250" b="1">
                <a:solidFill>
                  <a:srgbClr val="152B2B"/>
                </a:solidFill>
                <a:latin typeface="Calibri"/>
                <a:ea typeface="Calibri"/>
                <a:cs typeface="Calibri"/>
              </a:defRPr>
            </a:lvl8pPr>
            <a:lvl9pPr>
              <a:defRPr sz="2250" b="1">
                <a:solidFill>
                  <a:srgbClr val="152B2B"/>
                </a:solidFill>
                <a:latin typeface="Calibri"/>
                <a:ea typeface="Calibri"/>
                <a:cs typeface="Calibri"/>
              </a:defRPr>
            </a:lvl9pPr>
          </a:lstStyle>
          <a:p xmlns:a="http://schemas.openxmlformats.org/drawingml/2006/main">
            <a:pPr>
              <a:defRPr sz="2250" b="1">
                <a:solidFill>
                  <a:srgbClr val="152B2B"/>
                </a:solidFill>
                <a:latin typeface="Calibri"/>
                <a:ea typeface="Calibri"/>
                <a:cs typeface="Calibri"/>
              </a:defRPr>
            </a:pPr>
            <a:r>
              <a:rPr sz="2250" b="1">
                <a:solidFill>
                  <a:srgbClr val="152B2B"/>
                </a:solidFill>
                <a:latin typeface="Calibri"/>
                <a:ea typeface="Calibri"/>
                <a:cs typeface="Calibri"/>
              </a:rPr>
              <a:t>Learned answer generation</a:t>
            </a:r>
          </a:p>
        </p:txBody>
      </p:sp>
      <p:sp>
        <p:nvSpPr>
          <p:cNvPr id="12" name="The pinned ReasonKE_plus checkpoint generates">
            <a:extLst xmlns:a="http://schemas.openxmlformats.org/drawingml/2006/main">
              <a:ext uri="{FF2B5EF4-FFF2-40B4-BE49-F238E27FC236}">
                <a16:creationId xmlns:a16="http://schemas.microsoft.com/office/drawing/2014/main" id="{C3D969CE-E23F-413F-B102-8C0A7C8CA9F8}"/>
              </a:ext>
            </a:extLst>
          </p:cNvPr>
          <p:cNvSpPr>
            <a:spLocks xmlns:a="http://schemas.openxmlformats.org/drawingml/2006/main" noGrp="1"/>
          </p:cNvSpPr>
          <p:nvPr/>
        </p:nvSpPr>
        <p:spPr>
          <a:xfrm xmlns:a="http://schemas.openxmlformats.org/drawingml/2006/main">
            <a:off x="1619250" y="40290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The pinned ReasonKE_plus checkpoint generates a short answer.</a:t>
            </a:r>
          </a:p>
        </p:txBody>
      </p:sp>
      <p:sp>
        <p:nvSpPr>
          <p:cNvPr id="13" name="04">
            <a:extLst xmlns:a="http://schemas.openxmlformats.org/drawingml/2006/main">
              <a:ext uri="{FF2B5EF4-FFF2-40B4-BE49-F238E27FC236}">
                <a16:creationId xmlns:a16="http://schemas.microsoft.com/office/drawing/2014/main" id="{E7771E0F-1E33-47C5-A0C9-158A1C44518C}"/>
              </a:ext>
            </a:extLst>
          </p:cNvPr>
          <p:cNvSpPr>
            <a:spLocks xmlns:a="http://schemas.openxmlformats.org/drawingml/2006/main" noGrp="1"/>
          </p:cNvSpPr>
          <p:nvPr/>
        </p:nvSpPr>
        <p:spPr>
          <a:xfrm xmlns:a="http://schemas.openxmlformats.org/drawingml/2006/main">
            <a:off x="647700" y="461962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04</a:t>
            </a:r>
          </a:p>
        </p:txBody>
      </p:sp>
      <p:sp>
        <p:nvSpPr>
          <p:cNvPr id="14" name="Visible evidence">
            <a:extLst xmlns:a="http://schemas.openxmlformats.org/drawingml/2006/main">
              <a:ext uri="{FF2B5EF4-FFF2-40B4-BE49-F238E27FC236}">
                <a16:creationId xmlns:a16="http://schemas.microsoft.com/office/drawing/2014/main" id="{20018A80-5CC4-4474-AEA8-2BCFB24B80D7}"/>
              </a:ext>
            </a:extLst>
          </p:cNvPr>
          <p:cNvSpPr>
            <a:spLocks xmlns:a="http://schemas.openxmlformats.org/drawingml/2006/main" noGrp="1"/>
          </p:cNvSpPr>
          <p:nvPr/>
        </p:nvSpPr>
        <p:spPr>
          <a:xfrm xmlns:a="http://schemas.openxmlformats.org/drawingml/2006/main">
            <a:off x="1619250" y="4619625"/>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2B2B"/>
                </a:solidFill>
                <a:latin typeface="Calibri"/>
                <a:ea typeface="Calibri"/>
                <a:cs typeface="Calibri"/>
              </a:defRPr>
            </a:defPPr>
            <a:lvl1pPr>
              <a:defRPr sz="2250" b="1">
                <a:solidFill>
                  <a:srgbClr val="152B2B"/>
                </a:solidFill>
                <a:latin typeface="Calibri"/>
                <a:ea typeface="Calibri"/>
                <a:cs typeface="Calibri"/>
              </a:defRPr>
            </a:lvl1pPr>
            <a:lvl2pPr>
              <a:defRPr sz="2250" b="1">
                <a:solidFill>
                  <a:srgbClr val="152B2B"/>
                </a:solidFill>
                <a:latin typeface="Calibri"/>
                <a:ea typeface="Calibri"/>
                <a:cs typeface="Calibri"/>
              </a:defRPr>
            </a:lvl2pPr>
            <a:lvl3pPr>
              <a:defRPr sz="2250" b="1">
                <a:solidFill>
                  <a:srgbClr val="152B2B"/>
                </a:solidFill>
                <a:latin typeface="Calibri"/>
                <a:ea typeface="Calibri"/>
                <a:cs typeface="Calibri"/>
              </a:defRPr>
            </a:lvl3pPr>
            <a:lvl4pPr>
              <a:defRPr sz="2250" b="1">
                <a:solidFill>
                  <a:srgbClr val="152B2B"/>
                </a:solidFill>
                <a:latin typeface="Calibri"/>
                <a:ea typeface="Calibri"/>
                <a:cs typeface="Calibri"/>
              </a:defRPr>
            </a:lvl4pPr>
            <a:lvl5pPr>
              <a:defRPr sz="2250" b="1">
                <a:solidFill>
                  <a:srgbClr val="152B2B"/>
                </a:solidFill>
                <a:latin typeface="Calibri"/>
                <a:ea typeface="Calibri"/>
                <a:cs typeface="Calibri"/>
              </a:defRPr>
            </a:lvl5pPr>
            <a:lvl6pPr>
              <a:defRPr sz="2250" b="1">
                <a:solidFill>
                  <a:srgbClr val="152B2B"/>
                </a:solidFill>
                <a:latin typeface="Calibri"/>
                <a:ea typeface="Calibri"/>
                <a:cs typeface="Calibri"/>
              </a:defRPr>
            </a:lvl6pPr>
            <a:lvl7pPr>
              <a:defRPr sz="2250" b="1">
                <a:solidFill>
                  <a:srgbClr val="152B2B"/>
                </a:solidFill>
                <a:latin typeface="Calibri"/>
                <a:ea typeface="Calibri"/>
                <a:cs typeface="Calibri"/>
              </a:defRPr>
            </a:lvl7pPr>
            <a:lvl8pPr>
              <a:defRPr sz="2250" b="1">
                <a:solidFill>
                  <a:srgbClr val="152B2B"/>
                </a:solidFill>
                <a:latin typeface="Calibri"/>
                <a:ea typeface="Calibri"/>
                <a:cs typeface="Calibri"/>
              </a:defRPr>
            </a:lvl8pPr>
            <a:lvl9pPr>
              <a:defRPr sz="2250" b="1">
                <a:solidFill>
                  <a:srgbClr val="152B2B"/>
                </a:solidFill>
                <a:latin typeface="Calibri"/>
                <a:ea typeface="Calibri"/>
                <a:cs typeface="Calibri"/>
              </a:defRPr>
            </a:lvl9pPr>
          </a:lstStyle>
          <a:p xmlns:a="http://schemas.openxmlformats.org/drawingml/2006/main">
            <a:pPr>
              <a:defRPr sz="2250" b="1">
                <a:solidFill>
                  <a:srgbClr val="152B2B"/>
                </a:solidFill>
                <a:latin typeface="Calibri"/>
                <a:ea typeface="Calibri"/>
                <a:cs typeface="Calibri"/>
              </a:defRPr>
            </a:pPr>
            <a:r>
              <a:rPr sz="2250" b="1">
                <a:solidFill>
                  <a:srgbClr val="152B2B"/>
                </a:solidFill>
                <a:latin typeface="Calibri"/>
                <a:ea typeface="Calibri"/>
                <a:cs typeface="Calibri"/>
              </a:rPr>
              <a:t>Visible evidence</a:t>
            </a:r>
          </a:p>
        </p:txBody>
      </p:sp>
      <p:sp>
        <p:nvSpPr>
          <p:cNvPr id="15" name="The interface shows supplied facts and the me">
            <a:extLst xmlns:a="http://schemas.openxmlformats.org/drawingml/2006/main">
              <a:ext uri="{FF2B5EF4-FFF2-40B4-BE49-F238E27FC236}">
                <a16:creationId xmlns:a16="http://schemas.microsoft.com/office/drawing/2014/main" id="{919CF42F-1443-4B41-BAB4-AD65A07DC9D6}"/>
              </a:ext>
            </a:extLst>
          </p:cNvPr>
          <p:cNvSpPr>
            <a:spLocks xmlns:a="http://schemas.openxmlformats.org/drawingml/2006/main" noGrp="1"/>
          </p:cNvSpPr>
          <p:nvPr/>
        </p:nvSpPr>
        <p:spPr>
          <a:xfrm xmlns:a="http://schemas.openxmlformats.org/drawingml/2006/main">
            <a:off x="1619250" y="50482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The interface shows supplied facts and the memory revision.</a:t>
            </a:r>
          </a:p>
        </p:txBody>
      </p:sp>
      <p:sp>
        <p:nvSpPr>
          <p:cNvPr id="16" name="ReasonKE training belongs to the upstream aut">
            <a:extLst xmlns:a="http://schemas.openxmlformats.org/drawingml/2006/main">
              <a:ext uri="{FF2B5EF4-FFF2-40B4-BE49-F238E27FC236}">
                <a16:creationId xmlns:a16="http://schemas.microsoft.com/office/drawing/2014/main" id="{919B1325-EEFA-4F89-875D-C0404B62B985}"/>
              </a:ext>
            </a:extLst>
          </p:cNvPr>
          <p:cNvSpPr>
            <a:spLocks xmlns:a="http://schemas.openxmlformats.org/drawingml/2006/main" noGrp="1"/>
          </p:cNvSpPr>
          <p:nvPr/>
        </p:nvSpPr>
        <p:spPr>
          <a:xfrm xmlns:a="http://schemas.openxmlformats.org/drawingml/2006/main">
            <a:off x="647700" y="5905500"/>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464"/>
                </a:solidFill>
                <a:latin typeface="Calibri"/>
                <a:ea typeface="Calibri"/>
                <a:cs typeface="Calibri"/>
              </a:defRPr>
            </a:defPPr>
            <a:lvl1pPr>
              <a:defRPr sz="1725" b="0">
                <a:solidFill>
                  <a:srgbClr val="526464"/>
                </a:solidFill>
                <a:latin typeface="Calibri"/>
                <a:ea typeface="Calibri"/>
                <a:cs typeface="Calibri"/>
              </a:defRPr>
            </a:lvl1pPr>
            <a:lvl2pPr>
              <a:defRPr sz="1725" b="0">
                <a:solidFill>
                  <a:srgbClr val="526464"/>
                </a:solidFill>
                <a:latin typeface="Calibri"/>
                <a:ea typeface="Calibri"/>
                <a:cs typeface="Calibri"/>
              </a:defRPr>
            </a:lvl2pPr>
            <a:lvl3pPr>
              <a:defRPr sz="1725" b="0">
                <a:solidFill>
                  <a:srgbClr val="526464"/>
                </a:solidFill>
                <a:latin typeface="Calibri"/>
                <a:ea typeface="Calibri"/>
                <a:cs typeface="Calibri"/>
              </a:defRPr>
            </a:lvl3pPr>
            <a:lvl4pPr>
              <a:defRPr sz="1725" b="0">
                <a:solidFill>
                  <a:srgbClr val="526464"/>
                </a:solidFill>
                <a:latin typeface="Calibri"/>
                <a:ea typeface="Calibri"/>
                <a:cs typeface="Calibri"/>
              </a:defRPr>
            </a:lvl4pPr>
            <a:lvl5pPr>
              <a:defRPr sz="1725" b="0">
                <a:solidFill>
                  <a:srgbClr val="526464"/>
                </a:solidFill>
                <a:latin typeface="Calibri"/>
                <a:ea typeface="Calibri"/>
                <a:cs typeface="Calibri"/>
              </a:defRPr>
            </a:lvl5pPr>
            <a:lvl6pPr>
              <a:defRPr sz="1725" b="0">
                <a:solidFill>
                  <a:srgbClr val="526464"/>
                </a:solidFill>
                <a:latin typeface="Calibri"/>
                <a:ea typeface="Calibri"/>
                <a:cs typeface="Calibri"/>
              </a:defRPr>
            </a:lvl6pPr>
            <a:lvl7pPr>
              <a:defRPr sz="1725" b="0">
                <a:solidFill>
                  <a:srgbClr val="526464"/>
                </a:solidFill>
                <a:latin typeface="Calibri"/>
                <a:ea typeface="Calibri"/>
                <a:cs typeface="Calibri"/>
              </a:defRPr>
            </a:lvl7pPr>
            <a:lvl8pPr>
              <a:defRPr sz="1725" b="0">
                <a:solidFill>
                  <a:srgbClr val="526464"/>
                </a:solidFill>
                <a:latin typeface="Calibri"/>
                <a:ea typeface="Calibri"/>
                <a:cs typeface="Calibri"/>
              </a:defRPr>
            </a:lvl8pPr>
            <a:lvl9pPr>
              <a:defRPr sz="1725" b="0">
                <a:solidFill>
                  <a:srgbClr val="526464"/>
                </a:solidFill>
                <a:latin typeface="Calibri"/>
                <a:ea typeface="Calibri"/>
                <a:cs typeface="Calibri"/>
              </a:defRPr>
            </a:lvl9pPr>
          </a:lstStyle>
          <a:p xmlns:a="http://schemas.openxmlformats.org/drawingml/2006/main">
            <a:pPr>
              <a:defRPr sz="1725" b="0">
                <a:solidFill>
                  <a:srgbClr val="526464"/>
                </a:solidFill>
                <a:latin typeface="Calibri"/>
                <a:ea typeface="Calibri"/>
                <a:cs typeface="Calibri"/>
              </a:defRPr>
            </a:pPr>
            <a:r>
              <a:rPr sz="1725" b="0">
                <a:solidFill>
                  <a:srgbClr val="526464"/>
                </a:solidFill>
                <a:latin typeface="Calibri"/>
                <a:ea typeface="Calibri"/>
                <a:cs typeface="Calibri"/>
              </a:rPr>
              <a:t>ReasonKE training belongs to the upstream authors. A new edit changes memory.</a:t>
            </a:r>
          </a:p>
        </p:txBody>
      </p:sp>
    </p:spTree>
    <p:extLst>
      <p:ext uri="{BB962C8B-B14F-4D97-AF65-F5344CB8AC3E}">
        <p14:creationId xmlns:p14="http://schemas.microsoft.com/office/powerpoint/2010/main" val="1813813509"/>
      </p:ext>
    </p:extLst>
  </p:cSld>
</p:sld>
</file>

<file path=ppt/slides/slide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Every correction has a controlled lifecycle">
            <a:extLst xmlns:a="http://schemas.openxmlformats.org/drawingml/2006/main">
              <a:ext uri="{FF2B5EF4-FFF2-40B4-BE49-F238E27FC236}">
                <a16:creationId xmlns:a16="http://schemas.microsoft.com/office/drawing/2014/main" id="{E526271D-84D2-4796-9580-517735842D74}"/>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Every correction has a controlled lifecycle</a:t>
            </a:r>
          </a:p>
        </p:txBody>
      </p:sp>
      <p:sp>
        <p:nvSpPr>
          <p:cNvPr id="3" name="04">
            <a:extLst xmlns:a="http://schemas.openxmlformats.org/drawingml/2006/main">
              <a:ext uri="{FF2B5EF4-FFF2-40B4-BE49-F238E27FC236}">
                <a16:creationId xmlns:a16="http://schemas.microsoft.com/office/drawing/2014/main" id="{09BBAA8C-0C08-4B81-B69A-7FF6FF9DC724}"/>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04</a:t>
            </a:r>
          </a:p>
        </p:txBody>
      </p:sp>
      <p:sp>
        <p:nvSpPr>
          <p:cNvPr id="4" name="Approve">
            <a:extLst xmlns:a="http://schemas.openxmlformats.org/drawingml/2006/main">
              <a:ext uri="{FF2B5EF4-FFF2-40B4-BE49-F238E27FC236}">
                <a16:creationId xmlns:a16="http://schemas.microsoft.com/office/drawing/2014/main" id="{A6C6A9BC-CA20-4D3A-8D69-B09AFE882178}"/>
              </a:ext>
            </a:extLst>
          </p:cNvPr>
          <p:cNvSpPr>
            <a:spLocks xmlns:a="http://schemas.openxmlformats.org/drawingml/2006/main" noGrp="1"/>
          </p:cNvSpPr>
          <p:nvPr/>
        </p:nvSpPr>
        <p:spPr>
          <a:xfrm xmlns:a="http://schemas.openxmlformats.org/drawingml/2006/main">
            <a:off x="647700" y="15144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Approve</a:t>
            </a:r>
          </a:p>
        </p:txBody>
      </p:sp>
      <p:sp>
        <p:nvSpPr>
          <p:cNvPr id="5" name="An operator supplies the fact, scope and sour">
            <a:extLst xmlns:a="http://schemas.openxmlformats.org/drawingml/2006/main">
              <a:ext uri="{FF2B5EF4-FFF2-40B4-BE49-F238E27FC236}">
                <a16:creationId xmlns:a16="http://schemas.microsoft.com/office/drawing/2014/main" id="{912F7B4E-6400-4384-81BD-BB494FB33106}"/>
              </a:ext>
            </a:extLst>
          </p:cNvPr>
          <p:cNvSpPr>
            <a:spLocks xmlns:a="http://schemas.openxmlformats.org/drawingml/2006/main" noGrp="1"/>
          </p:cNvSpPr>
          <p:nvPr/>
        </p:nvSpPr>
        <p:spPr>
          <a:xfrm xmlns:a="http://schemas.openxmlformats.org/drawingml/2006/main">
            <a:off x="647700" y="19240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An operator supplies the fact, scope and source.</a:t>
            </a:r>
          </a:p>
        </p:txBody>
      </p:sp>
      <p:sp>
        <p:nvSpPr>
          <p:cNvPr id="6" name="Resolve conflicts">
            <a:extLst xmlns:a="http://schemas.openxmlformats.org/drawingml/2006/main">
              <a:ext uri="{FF2B5EF4-FFF2-40B4-BE49-F238E27FC236}">
                <a16:creationId xmlns:a16="http://schemas.microsoft.com/office/drawing/2014/main" id="{585B2919-2359-419E-A519-1C3A8B9E3413}"/>
              </a:ext>
            </a:extLst>
          </p:cNvPr>
          <p:cNvSpPr>
            <a:spLocks xmlns:a="http://schemas.openxmlformats.org/drawingml/2006/main" noGrp="1"/>
          </p:cNvSpPr>
          <p:nvPr/>
        </p:nvSpPr>
        <p:spPr>
          <a:xfrm xmlns:a="http://schemas.openxmlformats.org/drawingml/2006/main">
            <a:off x="647700" y="26193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Resolve conflicts</a:t>
            </a:r>
          </a:p>
        </p:txBody>
      </p:sp>
      <p:sp>
        <p:nvSpPr>
          <p:cNvPr id="7" name="A competing active version requires explicit ">
            <a:extLst xmlns:a="http://schemas.openxmlformats.org/drawingml/2006/main">
              <a:ext uri="{FF2B5EF4-FFF2-40B4-BE49-F238E27FC236}">
                <a16:creationId xmlns:a16="http://schemas.microsoft.com/office/drawing/2014/main" id="{95F74F8D-552B-45B1-A43C-D8E8C3E1F341}"/>
              </a:ext>
            </a:extLst>
          </p:cNvPr>
          <p:cNvSpPr>
            <a:spLocks xmlns:a="http://schemas.openxmlformats.org/drawingml/2006/main" noGrp="1"/>
          </p:cNvSpPr>
          <p:nvPr/>
        </p:nvSpPr>
        <p:spPr>
          <a:xfrm xmlns:a="http://schemas.openxmlformats.org/drawingml/2006/main">
            <a:off x="647700" y="30289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A competing active version requires explicit resolution.</a:t>
            </a:r>
          </a:p>
        </p:txBody>
      </p:sp>
      <p:sp>
        <p:nvSpPr>
          <p:cNvPr id="8" name="Compare history">
            <a:extLst xmlns:a="http://schemas.openxmlformats.org/drawingml/2006/main">
              <a:ext uri="{FF2B5EF4-FFF2-40B4-BE49-F238E27FC236}">
                <a16:creationId xmlns:a16="http://schemas.microsoft.com/office/drawing/2014/main" id="{CF013211-E97D-417E-B3A4-58A053024557}"/>
              </a:ext>
            </a:extLst>
          </p:cNvPr>
          <p:cNvSpPr>
            <a:spLocks xmlns:a="http://schemas.openxmlformats.org/drawingml/2006/main" noGrp="1"/>
          </p:cNvSpPr>
          <p:nvPr/>
        </p:nvSpPr>
        <p:spPr>
          <a:xfrm xmlns:a="http://schemas.openxmlformats.org/drawingml/2006/main">
            <a:off x="647700" y="37242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Compare history</a:t>
            </a:r>
          </a:p>
        </p:txBody>
      </p:sp>
      <p:sp>
        <p:nvSpPr>
          <p:cNvPr id="9" name="Generate answers using historical and current">
            <a:extLst xmlns:a="http://schemas.openxmlformats.org/drawingml/2006/main">
              <a:ext uri="{FF2B5EF4-FFF2-40B4-BE49-F238E27FC236}">
                <a16:creationId xmlns:a16="http://schemas.microsoft.com/office/drawing/2014/main" id="{F124AFE3-4C9D-41FF-B4EE-0DEEA0FAC9F9}"/>
              </a:ext>
            </a:extLst>
          </p:cNvPr>
          <p:cNvSpPr>
            <a:spLocks xmlns:a="http://schemas.openxmlformats.org/drawingml/2006/main" noGrp="1"/>
          </p:cNvSpPr>
          <p:nvPr/>
        </p:nvSpPr>
        <p:spPr>
          <a:xfrm xmlns:a="http://schemas.openxmlformats.org/drawingml/2006/main">
            <a:off x="647700" y="41338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Generate answers using historical and current memory.</a:t>
            </a:r>
          </a:p>
        </p:txBody>
      </p:sp>
      <p:sp>
        <p:nvSpPr>
          <p:cNvPr id="10" name="Roll back">
            <a:extLst xmlns:a="http://schemas.openxmlformats.org/drawingml/2006/main">
              <a:ext uri="{FF2B5EF4-FFF2-40B4-BE49-F238E27FC236}">
                <a16:creationId xmlns:a16="http://schemas.microsoft.com/office/drawing/2014/main" id="{B43081B6-9677-4EF9-9086-901DE63BB0F4}"/>
              </a:ext>
            </a:extLst>
          </p:cNvPr>
          <p:cNvSpPr>
            <a:spLocks xmlns:a="http://schemas.openxmlformats.org/drawingml/2006/main" noGrp="1"/>
          </p:cNvSpPr>
          <p:nvPr/>
        </p:nvSpPr>
        <p:spPr>
          <a:xfrm xmlns:a="http://schemas.openxmlformats.org/drawingml/2006/main">
            <a:off x="647700" y="48291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Roll back</a:t>
            </a:r>
          </a:p>
        </p:txBody>
      </p:sp>
      <p:sp>
        <p:nvSpPr>
          <p:cNvPr id="11" name="Restore the predecessor in one transaction.">
            <a:extLst xmlns:a="http://schemas.openxmlformats.org/drawingml/2006/main">
              <a:ext uri="{FF2B5EF4-FFF2-40B4-BE49-F238E27FC236}">
                <a16:creationId xmlns:a16="http://schemas.microsoft.com/office/drawing/2014/main" id="{6C4FA5DB-8162-46C0-91F8-E8BC25FEFEF9}"/>
              </a:ext>
            </a:extLst>
          </p:cNvPr>
          <p:cNvSpPr>
            <a:spLocks xmlns:a="http://schemas.openxmlformats.org/drawingml/2006/main" noGrp="1"/>
          </p:cNvSpPr>
          <p:nvPr/>
        </p:nvSpPr>
        <p:spPr>
          <a:xfrm xmlns:a="http://schemas.openxmlformats.org/drawingml/2006/main">
            <a:off x="647700" y="52387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Restore the predecessor in one transaction.</a:t>
            </a:r>
          </a:p>
        </p:txBody>
      </p:sp>
      <p:pic>
        <p:nvPicPr>
          <p:cNvPr id="12" name="">
            <a:extLst xmlns:a="http://schemas.openxmlformats.org/drawingml/2006/main">
              <a:ext uri="{FF2B5EF4-FFF2-40B4-BE49-F238E27FC236}">
                <a16:creationId xmlns:a16="http://schemas.microsoft.com/office/drawing/2014/main" id="{C22CBBA3-6709-4D7B-B258-8CCF1ACCB148}"/>
              </a:ext>
            </a:extLst>
          </p:cNvPr>
          <p:cNvPicPr>
            <a:picLocks xmlns:a="http://schemas.openxmlformats.org/drawingml/2006/main" noChangeAspect="1"/>
          </p:cNvPicPr>
          <p:nvPr/>
        </p:nvPicPr>
        <p:blipFill>
          <a:blip xmlns:r="http://schemas.openxmlformats.org/officeDocument/2006/relationships" xmlns:a="http://schemas.openxmlformats.org/drawingml/2006/main" r:embed="R55b870f5fcdd40e0"/>
          <a:stretch xmlns:a="http://schemas.openxmlformats.org/drawingml/2006/main"/>
        </p:blipFill>
        <p:spPr>
          <a:xfrm xmlns:a="http://schemas.openxmlformats.org/drawingml/2006/main">
            <a:off x="5715000" y="1856660"/>
            <a:ext cx="5857875" cy="3297081"/>
          </a:xfrm>
          <a:prstGeom xmlns:a="http://schemas.openxmlformats.org/drawingml/2006/main" prst="rect">
            <a:avLst/>
          </a:prstGeom>
        </p:spPr>
      </p:pic>
      <p:sp>
        <p:nvSpPr>
          <p:cNvPr id="13" name="Audit trail and evidence dashboard">
            <a:extLst xmlns:a="http://schemas.openxmlformats.org/drawingml/2006/main">
              <a:ext uri="{FF2B5EF4-FFF2-40B4-BE49-F238E27FC236}">
                <a16:creationId xmlns:a16="http://schemas.microsoft.com/office/drawing/2014/main" id="{81FCD9FA-E230-41AB-8589-C8478C735458}"/>
              </a:ext>
            </a:extLst>
          </p:cNvPr>
          <p:cNvSpPr>
            <a:spLocks xmlns:a="http://schemas.openxmlformats.org/drawingml/2006/main" noGrp="1"/>
          </p:cNvSpPr>
          <p:nvPr/>
        </p:nvSpPr>
        <p:spPr>
          <a:xfrm xmlns:a="http://schemas.openxmlformats.org/drawingml/2006/main">
            <a:off x="5715000" y="5562600"/>
            <a:ext cx="5762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Audit trail and evidence dashboard</a:t>
            </a:r>
          </a:p>
        </p:txBody>
      </p:sp>
    </p:spTree>
    <p:extLst>
      <p:ext uri="{BB962C8B-B14F-4D97-AF65-F5344CB8AC3E}">
        <p14:creationId xmlns:p14="http://schemas.microsoft.com/office/powerpoint/2010/main" val="92201666"/>
      </p:ext>
    </p:extLst>
  </p:cSld>
</p:sld>
</file>

<file path=ppt/slides/slide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Controlled data makes the edit testable">
            <a:extLst xmlns:a="http://schemas.openxmlformats.org/drawingml/2006/main">
              <a:ext uri="{FF2B5EF4-FFF2-40B4-BE49-F238E27FC236}">
                <a16:creationId xmlns:a16="http://schemas.microsoft.com/office/drawing/2014/main" id="{39B975E6-0C78-4ED4-9868-8D2B76C83FEA}"/>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Controlled data makes the edit testable</a:t>
            </a:r>
          </a:p>
        </p:txBody>
      </p:sp>
      <p:sp>
        <p:nvSpPr>
          <p:cNvPr id="3" name="Two independent fictional studies, reported s">
            <a:extLst xmlns:a="http://schemas.openxmlformats.org/drawingml/2006/main">
              <a:ext uri="{FF2B5EF4-FFF2-40B4-BE49-F238E27FC236}">
                <a16:creationId xmlns:a16="http://schemas.microsoft.com/office/drawing/2014/main" id="{5712EFBE-BB37-4494-8CDA-A3FE6A7C8A42}"/>
              </a:ext>
            </a:extLst>
          </p:cNvPr>
          <p:cNvSpPr>
            <a:spLocks xmlns:a="http://schemas.openxmlformats.org/drawingml/2006/main" noGrp="1"/>
          </p:cNvSpPr>
          <p:nvPr/>
        </p:nvSpPr>
        <p:spPr>
          <a:xfrm xmlns:a="http://schemas.openxmlformats.org/drawingml/2006/main">
            <a:off x="609600" y="1123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Two independent fictional studies, reported separately</a:t>
            </a:r>
          </a:p>
        </p:txBody>
      </p:sp>
      <p:sp>
        <p:nvSpPr>
          <p:cNvPr id="4" name="05">
            <a:extLst xmlns:a="http://schemas.openxmlformats.org/drawingml/2006/main">
              <a:ext uri="{FF2B5EF4-FFF2-40B4-BE49-F238E27FC236}">
                <a16:creationId xmlns:a16="http://schemas.microsoft.com/office/drawing/2014/main" id="{0EFD0BD8-DD4F-481D-9860-2D93F7DB2FC8}"/>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05</a:t>
            </a:r>
          </a:p>
        </p:txBody>
      </p:sp>
      <p:sp>
        <p:nvSpPr>
          <p:cNvPr id="5" name="48">
            <a:extLst xmlns:a="http://schemas.openxmlformats.org/drawingml/2006/main">
              <a:ext uri="{FF2B5EF4-FFF2-40B4-BE49-F238E27FC236}">
                <a16:creationId xmlns:a16="http://schemas.microsoft.com/office/drawing/2014/main" id="{FA85AF36-EF4F-4485-B19C-3CDEF760AAB5}"/>
              </a:ext>
            </a:extLst>
          </p:cNvPr>
          <p:cNvSpPr>
            <a:spLocks xmlns:a="http://schemas.openxmlformats.org/drawingml/2006/main" noGrp="1"/>
          </p:cNvSpPr>
          <p:nvPr/>
        </p:nvSpPr>
        <p:spPr>
          <a:xfrm xmlns:a="http://schemas.openxmlformats.org/drawingml/2006/main">
            <a:off x="666750" y="19716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850" b="1">
                <a:solidFill>
                  <a:srgbClr val="26766D"/>
                </a:solidFill>
                <a:latin typeface="Calibri"/>
                <a:ea typeface="Calibri"/>
                <a:cs typeface="Calibri"/>
              </a:defRPr>
            </a:defPPr>
            <a:lvl1pPr>
              <a:defRPr sz="5850" b="1">
                <a:solidFill>
                  <a:srgbClr val="26766D"/>
                </a:solidFill>
                <a:latin typeface="Calibri"/>
                <a:ea typeface="Calibri"/>
                <a:cs typeface="Calibri"/>
              </a:defRPr>
            </a:lvl1pPr>
            <a:lvl2pPr>
              <a:defRPr sz="5850" b="1">
                <a:solidFill>
                  <a:srgbClr val="26766D"/>
                </a:solidFill>
                <a:latin typeface="Calibri"/>
                <a:ea typeface="Calibri"/>
                <a:cs typeface="Calibri"/>
              </a:defRPr>
            </a:lvl2pPr>
            <a:lvl3pPr>
              <a:defRPr sz="5850" b="1">
                <a:solidFill>
                  <a:srgbClr val="26766D"/>
                </a:solidFill>
                <a:latin typeface="Calibri"/>
                <a:ea typeface="Calibri"/>
                <a:cs typeface="Calibri"/>
              </a:defRPr>
            </a:lvl3pPr>
            <a:lvl4pPr>
              <a:defRPr sz="5850" b="1">
                <a:solidFill>
                  <a:srgbClr val="26766D"/>
                </a:solidFill>
                <a:latin typeface="Calibri"/>
                <a:ea typeface="Calibri"/>
                <a:cs typeface="Calibri"/>
              </a:defRPr>
            </a:lvl4pPr>
            <a:lvl5pPr>
              <a:defRPr sz="5850" b="1">
                <a:solidFill>
                  <a:srgbClr val="26766D"/>
                </a:solidFill>
                <a:latin typeface="Calibri"/>
                <a:ea typeface="Calibri"/>
                <a:cs typeface="Calibri"/>
              </a:defRPr>
            </a:lvl5pPr>
            <a:lvl6pPr>
              <a:defRPr sz="5850" b="1">
                <a:solidFill>
                  <a:srgbClr val="26766D"/>
                </a:solidFill>
                <a:latin typeface="Calibri"/>
                <a:ea typeface="Calibri"/>
                <a:cs typeface="Calibri"/>
              </a:defRPr>
            </a:lvl6pPr>
            <a:lvl7pPr>
              <a:defRPr sz="5850" b="1">
                <a:solidFill>
                  <a:srgbClr val="26766D"/>
                </a:solidFill>
                <a:latin typeface="Calibri"/>
                <a:ea typeface="Calibri"/>
                <a:cs typeface="Calibri"/>
              </a:defRPr>
            </a:lvl7pPr>
            <a:lvl8pPr>
              <a:defRPr sz="5850" b="1">
                <a:solidFill>
                  <a:srgbClr val="26766D"/>
                </a:solidFill>
                <a:latin typeface="Calibri"/>
                <a:ea typeface="Calibri"/>
                <a:cs typeface="Calibri"/>
              </a:defRPr>
            </a:lvl8pPr>
            <a:lvl9pPr>
              <a:defRPr sz="5850" b="1">
                <a:solidFill>
                  <a:srgbClr val="26766D"/>
                </a:solidFill>
                <a:latin typeface="Calibri"/>
                <a:ea typeface="Calibri"/>
                <a:cs typeface="Calibri"/>
              </a:defRPr>
            </a:lvl9pPr>
          </a:lstStyle>
          <a:p xmlns:a="http://schemas.openxmlformats.org/drawingml/2006/main">
            <a:pPr>
              <a:defRPr sz="5850" b="1">
                <a:solidFill>
                  <a:srgbClr val="26766D"/>
                </a:solidFill>
                <a:latin typeface="Calibri"/>
                <a:ea typeface="Calibri"/>
                <a:cs typeface="Calibri"/>
              </a:defRPr>
            </a:pPr>
            <a:r>
              <a:rPr sz="5850" b="1">
                <a:solidFill>
                  <a:srgbClr val="26766D"/>
                </a:solidFill>
                <a:latin typeface="Calibri"/>
                <a:ea typeface="Calibri"/>
                <a:cs typeface="Calibri"/>
              </a:rPr>
              <a:t>48</a:t>
            </a:r>
          </a:p>
        </p:txBody>
      </p:sp>
      <p:sp>
        <p:nvSpPr>
          <p:cNvPr id="6" name="authored graph lineages per study">
            <a:extLst xmlns:a="http://schemas.openxmlformats.org/drawingml/2006/main">
              <a:ext uri="{FF2B5EF4-FFF2-40B4-BE49-F238E27FC236}">
                <a16:creationId xmlns:a16="http://schemas.microsoft.com/office/drawing/2014/main" id="{69D7887A-8D1F-40EF-B4F7-EDAA70E401E4}"/>
              </a:ext>
            </a:extLst>
          </p:cNvPr>
          <p:cNvSpPr>
            <a:spLocks xmlns:a="http://schemas.openxmlformats.org/drawingml/2006/main" noGrp="1"/>
          </p:cNvSpPr>
          <p:nvPr/>
        </p:nvSpPr>
        <p:spPr>
          <a:xfrm xmlns:a="http://schemas.openxmlformats.org/drawingml/2006/main">
            <a:off x="666750" y="2914650"/>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2B2B"/>
                </a:solidFill>
                <a:latin typeface="Calibri"/>
                <a:ea typeface="Calibri"/>
                <a:cs typeface="Calibri"/>
              </a:defRPr>
            </a:defPPr>
            <a:lvl1pPr>
              <a:defRPr sz="1950" b="0">
                <a:solidFill>
                  <a:srgbClr val="152B2B"/>
                </a:solidFill>
                <a:latin typeface="Calibri"/>
                <a:ea typeface="Calibri"/>
                <a:cs typeface="Calibri"/>
              </a:defRPr>
            </a:lvl1pPr>
            <a:lvl2pPr>
              <a:defRPr sz="1950" b="0">
                <a:solidFill>
                  <a:srgbClr val="152B2B"/>
                </a:solidFill>
                <a:latin typeface="Calibri"/>
                <a:ea typeface="Calibri"/>
                <a:cs typeface="Calibri"/>
              </a:defRPr>
            </a:lvl2pPr>
            <a:lvl3pPr>
              <a:defRPr sz="1950" b="0">
                <a:solidFill>
                  <a:srgbClr val="152B2B"/>
                </a:solidFill>
                <a:latin typeface="Calibri"/>
                <a:ea typeface="Calibri"/>
                <a:cs typeface="Calibri"/>
              </a:defRPr>
            </a:lvl3pPr>
            <a:lvl4pPr>
              <a:defRPr sz="1950" b="0">
                <a:solidFill>
                  <a:srgbClr val="152B2B"/>
                </a:solidFill>
                <a:latin typeface="Calibri"/>
                <a:ea typeface="Calibri"/>
                <a:cs typeface="Calibri"/>
              </a:defRPr>
            </a:lvl4pPr>
            <a:lvl5pPr>
              <a:defRPr sz="1950" b="0">
                <a:solidFill>
                  <a:srgbClr val="152B2B"/>
                </a:solidFill>
                <a:latin typeface="Calibri"/>
                <a:ea typeface="Calibri"/>
                <a:cs typeface="Calibri"/>
              </a:defRPr>
            </a:lvl5pPr>
            <a:lvl6pPr>
              <a:defRPr sz="1950" b="0">
                <a:solidFill>
                  <a:srgbClr val="152B2B"/>
                </a:solidFill>
                <a:latin typeface="Calibri"/>
                <a:ea typeface="Calibri"/>
                <a:cs typeface="Calibri"/>
              </a:defRPr>
            </a:lvl6pPr>
            <a:lvl7pPr>
              <a:defRPr sz="1950" b="0">
                <a:solidFill>
                  <a:srgbClr val="152B2B"/>
                </a:solidFill>
                <a:latin typeface="Calibri"/>
                <a:ea typeface="Calibri"/>
                <a:cs typeface="Calibri"/>
              </a:defRPr>
            </a:lvl7pPr>
            <a:lvl8pPr>
              <a:defRPr sz="1950" b="0">
                <a:solidFill>
                  <a:srgbClr val="152B2B"/>
                </a:solidFill>
                <a:latin typeface="Calibri"/>
                <a:ea typeface="Calibri"/>
                <a:cs typeface="Calibri"/>
              </a:defRPr>
            </a:lvl8pPr>
            <a:lvl9pPr>
              <a:defRPr sz="1950" b="0">
                <a:solidFill>
                  <a:srgbClr val="152B2B"/>
                </a:solidFill>
                <a:latin typeface="Calibri"/>
                <a:ea typeface="Calibri"/>
                <a:cs typeface="Calibri"/>
              </a:defRPr>
            </a:lvl9pPr>
          </a:lstStyle>
          <a:p xmlns:a="http://schemas.openxmlformats.org/drawingml/2006/main">
            <a:pPr>
              <a:defRPr sz="1950" b="0">
                <a:solidFill>
                  <a:srgbClr val="152B2B"/>
                </a:solidFill>
                <a:latin typeface="Calibri"/>
                <a:ea typeface="Calibri"/>
                <a:cs typeface="Calibri"/>
              </a:defRPr>
            </a:pPr>
            <a:r>
              <a:rPr sz="1950" b="0">
                <a:solidFill>
                  <a:srgbClr val="152B2B"/>
                </a:solidFill>
                <a:latin typeface="Calibri"/>
                <a:ea typeface="Calibri"/>
                <a:cs typeface="Calibri"/>
              </a:rPr>
              <a:t>authored graph lineages per study</a:t>
            </a:r>
          </a:p>
        </p:txBody>
      </p:sp>
      <p:sp>
        <p:nvSpPr>
          <p:cNvPr id="7" name="32">
            <a:extLst xmlns:a="http://schemas.openxmlformats.org/drawingml/2006/main">
              <a:ext uri="{FF2B5EF4-FFF2-40B4-BE49-F238E27FC236}">
                <a16:creationId xmlns:a16="http://schemas.microsoft.com/office/drawing/2014/main" id="{D847FC5F-CB78-466A-87DE-81CC90921C98}"/>
              </a:ext>
            </a:extLst>
          </p:cNvPr>
          <p:cNvSpPr>
            <a:spLocks xmlns:a="http://schemas.openxmlformats.org/drawingml/2006/main" noGrp="1"/>
          </p:cNvSpPr>
          <p:nvPr/>
        </p:nvSpPr>
        <p:spPr>
          <a:xfrm xmlns:a="http://schemas.openxmlformats.org/drawingml/2006/main">
            <a:off x="4438650" y="19716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850" b="1">
                <a:solidFill>
                  <a:srgbClr val="26766D"/>
                </a:solidFill>
                <a:latin typeface="Calibri"/>
                <a:ea typeface="Calibri"/>
                <a:cs typeface="Calibri"/>
              </a:defRPr>
            </a:defPPr>
            <a:lvl1pPr>
              <a:defRPr sz="5850" b="1">
                <a:solidFill>
                  <a:srgbClr val="26766D"/>
                </a:solidFill>
                <a:latin typeface="Calibri"/>
                <a:ea typeface="Calibri"/>
                <a:cs typeface="Calibri"/>
              </a:defRPr>
            </a:lvl1pPr>
            <a:lvl2pPr>
              <a:defRPr sz="5850" b="1">
                <a:solidFill>
                  <a:srgbClr val="26766D"/>
                </a:solidFill>
                <a:latin typeface="Calibri"/>
                <a:ea typeface="Calibri"/>
                <a:cs typeface="Calibri"/>
              </a:defRPr>
            </a:lvl2pPr>
            <a:lvl3pPr>
              <a:defRPr sz="5850" b="1">
                <a:solidFill>
                  <a:srgbClr val="26766D"/>
                </a:solidFill>
                <a:latin typeface="Calibri"/>
                <a:ea typeface="Calibri"/>
                <a:cs typeface="Calibri"/>
              </a:defRPr>
            </a:lvl3pPr>
            <a:lvl4pPr>
              <a:defRPr sz="5850" b="1">
                <a:solidFill>
                  <a:srgbClr val="26766D"/>
                </a:solidFill>
                <a:latin typeface="Calibri"/>
                <a:ea typeface="Calibri"/>
                <a:cs typeface="Calibri"/>
              </a:defRPr>
            </a:lvl4pPr>
            <a:lvl5pPr>
              <a:defRPr sz="5850" b="1">
                <a:solidFill>
                  <a:srgbClr val="26766D"/>
                </a:solidFill>
                <a:latin typeface="Calibri"/>
                <a:ea typeface="Calibri"/>
                <a:cs typeface="Calibri"/>
              </a:defRPr>
            </a:lvl5pPr>
            <a:lvl6pPr>
              <a:defRPr sz="5850" b="1">
                <a:solidFill>
                  <a:srgbClr val="26766D"/>
                </a:solidFill>
                <a:latin typeface="Calibri"/>
                <a:ea typeface="Calibri"/>
                <a:cs typeface="Calibri"/>
              </a:defRPr>
            </a:lvl6pPr>
            <a:lvl7pPr>
              <a:defRPr sz="5850" b="1">
                <a:solidFill>
                  <a:srgbClr val="26766D"/>
                </a:solidFill>
                <a:latin typeface="Calibri"/>
                <a:ea typeface="Calibri"/>
                <a:cs typeface="Calibri"/>
              </a:defRPr>
            </a:lvl7pPr>
            <a:lvl8pPr>
              <a:defRPr sz="5850" b="1">
                <a:solidFill>
                  <a:srgbClr val="26766D"/>
                </a:solidFill>
                <a:latin typeface="Calibri"/>
                <a:ea typeface="Calibri"/>
                <a:cs typeface="Calibri"/>
              </a:defRPr>
            </a:lvl8pPr>
            <a:lvl9pPr>
              <a:defRPr sz="5850" b="1">
                <a:solidFill>
                  <a:srgbClr val="26766D"/>
                </a:solidFill>
                <a:latin typeface="Calibri"/>
                <a:ea typeface="Calibri"/>
                <a:cs typeface="Calibri"/>
              </a:defRPr>
            </a:lvl9pPr>
          </a:lstStyle>
          <a:p xmlns:a="http://schemas.openxmlformats.org/drawingml/2006/main">
            <a:pPr>
              <a:defRPr sz="5850" b="1">
                <a:solidFill>
                  <a:srgbClr val="26766D"/>
                </a:solidFill>
                <a:latin typeface="Calibri"/>
                <a:ea typeface="Calibri"/>
                <a:cs typeface="Calibri"/>
              </a:defRPr>
            </a:pPr>
            <a:r>
              <a:rPr sz="5850" b="1">
                <a:solidFill>
                  <a:srgbClr val="26766D"/>
                </a:solidFill>
                <a:latin typeface="Calibri"/>
                <a:ea typeface="Calibri"/>
                <a:cs typeface="Calibri"/>
              </a:rPr>
              <a:t>32</a:t>
            </a:r>
          </a:p>
        </p:txBody>
      </p:sp>
      <p:sp>
        <p:nvSpPr>
          <p:cNvPr id="8" name="held out lineages per study">
            <a:extLst xmlns:a="http://schemas.openxmlformats.org/drawingml/2006/main">
              <a:ext uri="{FF2B5EF4-FFF2-40B4-BE49-F238E27FC236}">
                <a16:creationId xmlns:a16="http://schemas.microsoft.com/office/drawing/2014/main" id="{60454993-91CC-43FE-B5BC-4373840A0F2D}"/>
              </a:ext>
            </a:extLst>
          </p:cNvPr>
          <p:cNvSpPr>
            <a:spLocks xmlns:a="http://schemas.openxmlformats.org/drawingml/2006/main" noGrp="1"/>
          </p:cNvSpPr>
          <p:nvPr/>
        </p:nvSpPr>
        <p:spPr>
          <a:xfrm xmlns:a="http://schemas.openxmlformats.org/drawingml/2006/main">
            <a:off x="4438650" y="2914650"/>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2B2B"/>
                </a:solidFill>
                <a:latin typeface="Calibri"/>
                <a:ea typeface="Calibri"/>
                <a:cs typeface="Calibri"/>
              </a:defRPr>
            </a:defPPr>
            <a:lvl1pPr>
              <a:defRPr sz="1950" b="0">
                <a:solidFill>
                  <a:srgbClr val="152B2B"/>
                </a:solidFill>
                <a:latin typeface="Calibri"/>
                <a:ea typeface="Calibri"/>
                <a:cs typeface="Calibri"/>
              </a:defRPr>
            </a:lvl1pPr>
            <a:lvl2pPr>
              <a:defRPr sz="1950" b="0">
                <a:solidFill>
                  <a:srgbClr val="152B2B"/>
                </a:solidFill>
                <a:latin typeface="Calibri"/>
                <a:ea typeface="Calibri"/>
                <a:cs typeface="Calibri"/>
              </a:defRPr>
            </a:lvl2pPr>
            <a:lvl3pPr>
              <a:defRPr sz="1950" b="0">
                <a:solidFill>
                  <a:srgbClr val="152B2B"/>
                </a:solidFill>
                <a:latin typeface="Calibri"/>
                <a:ea typeface="Calibri"/>
                <a:cs typeface="Calibri"/>
              </a:defRPr>
            </a:lvl3pPr>
            <a:lvl4pPr>
              <a:defRPr sz="1950" b="0">
                <a:solidFill>
                  <a:srgbClr val="152B2B"/>
                </a:solidFill>
                <a:latin typeface="Calibri"/>
                <a:ea typeface="Calibri"/>
                <a:cs typeface="Calibri"/>
              </a:defRPr>
            </a:lvl4pPr>
            <a:lvl5pPr>
              <a:defRPr sz="1950" b="0">
                <a:solidFill>
                  <a:srgbClr val="152B2B"/>
                </a:solidFill>
                <a:latin typeface="Calibri"/>
                <a:ea typeface="Calibri"/>
                <a:cs typeface="Calibri"/>
              </a:defRPr>
            </a:lvl5pPr>
            <a:lvl6pPr>
              <a:defRPr sz="1950" b="0">
                <a:solidFill>
                  <a:srgbClr val="152B2B"/>
                </a:solidFill>
                <a:latin typeface="Calibri"/>
                <a:ea typeface="Calibri"/>
                <a:cs typeface="Calibri"/>
              </a:defRPr>
            </a:lvl6pPr>
            <a:lvl7pPr>
              <a:defRPr sz="1950" b="0">
                <a:solidFill>
                  <a:srgbClr val="152B2B"/>
                </a:solidFill>
                <a:latin typeface="Calibri"/>
                <a:ea typeface="Calibri"/>
                <a:cs typeface="Calibri"/>
              </a:defRPr>
            </a:lvl7pPr>
            <a:lvl8pPr>
              <a:defRPr sz="1950" b="0">
                <a:solidFill>
                  <a:srgbClr val="152B2B"/>
                </a:solidFill>
                <a:latin typeface="Calibri"/>
                <a:ea typeface="Calibri"/>
                <a:cs typeface="Calibri"/>
              </a:defRPr>
            </a:lvl8pPr>
            <a:lvl9pPr>
              <a:defRPr sz="1950" b="0">
                <a:solidFill>
                  <a:srgbClr val="152B2B"/>
                </a:solidFill>
                <a:latin typeface="Calibri"/>
                <a:ea typeface="Calibri"/>
                <a:cs typeface="Calibri"/>
              </a:defRPr>
            </a:lvl9pPr>
          </a:lstStyle>
          <a:p xmlns:a="http://schemas.openxmlformats.org/drawingml/2006/main">
            <a:pPr>
              <a:defRPr sz="1950" b="0">
                <a:solidFill>
                  <a:srgbClr val="152B2B"/>
                </a:solidFill>
                <a:latin typeface="Calibri"/>
                <a:ea typeface="Calibri"/>
                <a:cs typeface="Calibri"/>
              </a:defRPr>
            </a:pPr>
            <a:r>
              <a:rPr sz="1950" b="0">
                <a:solidFill>
                  <a:srgbClr val="152B2B"/>
                </a:solidFill>
                <a:latin typeface="Calibri"/>
                <a:ea typeface="Calibri"/>
                <a:cs typeface="Calibri"/>
              </a:rPr>
              <a:t>held out lineages per study</a:t>
            </a:r>
          </a:p>
        </p:txBody>
      </p:sp>
      <p:sp>
        <p:nvSpPr>
          <p:cNvPr id="9" name="256">
            <a:extLst xmlns:a="http://schemas.openxmlformats.org/drawingml/2006/main">
              <a:ext uri="{FF2B5EF4-FFF2-40B4-BE49-F238E27FC236}">
                <a16:creationId xmlns:a16="http://schemas.microsoft.com/office/drawing/2014/main" id="{A3D57067-5959-49FE-AC0F-6E1E814BD2ED}"/>
              </a:ext>
            </a:extLst>
          </p:cNvPr>
          <p:cNvSpPr>
            <a:spLocks xmlns:a="http://schemas.openxmlformats.org/drawingml/2006/main" noGrp="1"/>
          </p:cNvSpPr>
          <p:nvPr/>
        </p:nvSpPr>
        <p:spPr>
          <a:xfrm xmlns:a="http://schemas.openxmlformats.org/drawingml/2006/main">
            <a:off x="8210550" y="19716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850" b="1">
                <a:solidFill>
                  <a:srgbClr val="26766D"/>
                </a:solidFill>
                <a:latin typeface="Calibri"/>
                <a:ea typeface="Calibri"/>
                <a:cs typeface="Calibri"/>
              </a:defRPr>
            </a:defPPr>
            <a:lvl1pPr>
              <a:defRPr sz="5850" b="1">
                <a:solidFill>
                  <a:srgbClr val="26766D"/>
                </a:solidFill>
                <a:latin typeface="Calibri"/>
                <a:ea typeface="Calibri"/>
                <a:cs typeface="Calibri"/>
              </a:defRPr>
            </a:lvl1pPr>
            <a:lvl2pPr>
              <a:defRPr sz="5850" b="1">
                <a:solidFill>
                  <a:srgbClr val="26766D"/>
                </a:solidFill>
                <a:latin typeface="Calibri"/>
                <a:ea typeface="Calibri"/>
                <a:cs typeface="Calibri"/>
              </a:defRPr>
            </a:lvl2pPr>
            <a:lvl3pPr>
              <a:defRPr sz="5850" b="1">
                <a:solidFill>
                  <a:srgbClr val="26766D"/>
                </a:solidFill>
                <a:latin typeface="Calibri"/>
                <a:ea typeface="Calibri"/>
                <a:cs typeface="Calibri"/>
              </a:defRPr>
            </a:lvl3pPr>
            <a:lvl4pPr>
              <a:defRPr sz="5850" b="1">
                <a:solidFill>
                  <a:srgbClr val="26766D"/>
                </a:solidFill>
                <a:latin typeface="Calibri"/>
                <a:ea typeface="Calibri"/>
                <a:cs typeface="Calibri"/>
              </a:defRPr>
            </a:lvl4pPr>
            <a:lvl5pPr>
              <a:defRPr sz="5850" b="1">
                <a:solidFill>
                  <a:srgbClr val="26766D"/>
                </a:solidFill>
                <a:latin typeface="Calibri"/>
                <a:ea typeface="Calibri"/>
                <a:cs typeface="Calibri"/>
              </a:defRPr>
            </a:lvl5pPr>
            <a:lvl6pPr>
              <a:defRPr sz="5850" b="1">
                <a:solidFill>
                  <a:srgbClr val="26766D"/>
                </a:solidFill>
                <a:latin typeface="Calibri"/>
                <a:ea typeface="Calibri"/>
                <a:cs typeface="Calibri"/>
              </a:defRPr>
            </a:lvl6pPr>
            <a:lvl7pPr>
              <a:defRPr sz="5850" b="1">
                <a:solidFill>
                  <a:srgbClr val="26766D"/>
                </a:solidFill>
                <a:latin typeface="Calibri"/>
                <a:ea typeface="Calibri"/>
                <a:cs typeface="Calibri"/>
              </a:defRPr>
            </a:lvl7pPr>
            <a:lvl8pPr>
              <a:defRPr sz="5850" b="1">
                <a:solidFill>
                  <a:srgbClr val="26766D"/>
                </a:solidFill>
                <a:latin typeface="Calibri"/>
                <a:ea typeface="Calibri"/>
                <a:cs typeface="Calibri"/>
              </a:defRPr>
            </a:lvl8pPr>
            <a:lvl9pPr>
              <a:defRPr sz="5850" b="1">
                <a:solidFill>
                  <a:srgbClr val="26766D"/>
                </a:solidFill>
                <a:latin typeface="Calibri"/>
                <a:ea typeface="Calibri"/>
                <a:cs typeface="Calibri"/>
              </a:defRPr>
            </a:lvl9pPr>
          </a:lstStyle>
          <a:p xmlns:a="http://schemas.openxmlformats.org/drawingml/2006/main">
            <a:pPr>
              <a:defRPr sz="5850" b="1">
                <a:solidFill>
                  <a:srgbClr val="26766D"/>
                </a:solidFill>
                <a:latin typeface="Calibri"/>
                <a:ea typeface="Calibri"/>
                <a:cs typeface="Calibri"/>
              </a:defRPr>
            </a:pPr>
            <a:r>
              <a:rPr sz="5850" b="1">
                <a:solidFill>
                  <a:srgbClr val="26766D"/>
                </a:solidFill>
                <a:latin typeface="Calibri"/>
                <a:ea typeface="Calibri"/>
                <a:cs typeface="Calibri"/>
              </a:rPr>
              <a:t>256</a:t>
            </a:r>
          </a:p>
        </p:txBody>
      </p:sp>
      <p:sp>
        <p:nvSpPr>
          <p:cNvPr id="10" name="main questions per condition">
            <a:extLst xmlns:a="http://schemas.openxmlformats.org/drawingml/2006/main">
              <a:ext uri="{FF2B5EF4-FFF2-40B4-BE49-F238E27FC236}">
                <a16:creationId xmlns:a16="http://schemas.microsoft.com/office/drawing/2014/main" id="{30AB250C-4990-4C67-B688-4B8A881D876A}"/>
              </a:ext>
            </a:extLst>
          </p:cNvPr>
          <p:cNvSpPr>
            <a:spLocks xmlns:a="http://schemas.openxmlformats.org/drawingml/2006/main" noGrp="1"/>
          </p:cNvSpPr>
          <p:nvPr/>
        </p:nvSpPr>
        <p:spPr>
          <a:xfrm xmlns:a="http://schemas.openxmlformats.org/drawingml/2006/main">
            <a:off x="8210550" y="2914650"/>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2B2B"/>
                </a:solidFill>
                <a:latin typeface="Calibri"/>
                <a:ea typeface="Calibri"/>
                <a:cs typeface="Calibri"/>
              </a:defRPr>
            </a:defPPr>
            <a:lvl1pPr>
              <a:defRPr sz="1950" b="0">
                <a:solidFill>
                  <a:srgbClr val="152B2B"/>
                </a:solidFill>
                <a:latin typeface="Calibri"/>
                <a:ea typeface="Calibri"/>
                <a:cs typeface="Calibri"/>
              </a:defRPr>
            </a:lvl1pPr>
            <a:lvl2pPr>
              <a:defRPr sz="1950" b="0">
                <a:solidFill>
                  <a:srgbClr val="152B2B"/>
                </a:solidFill>
                <a:latin typeface="Calibri"/>
                <a:ea typeface="Calibri"/>
                <a:cs typeface="Calibri"/>
              </a:defRPr>
            </a:lvl2pPr>
            <a:lvl3pPr>
              <a:defRPr sz="1950" b="0">
                <a:solidFill>
                  <a:srgbClr val="152B2B"/>
                </a:solidFill>
                <a:latin typeface="Calibri"/>
                <a:ea typeface="Calibri"/>
                <a:cs typeface="Calibri"/>
              </a:defRPr>
            </a:lvl3pPr>
            <a:lvl4pPr>
              <a:defRPr sz="1950" b="0">
                <a:solidFill>
                  <a:srgbClr val="152B2B"/>
                </a:solidFill>
                <a:latin typeface="Calibri"/>
                <a:ea typeface="Calibri"/>
                <a:cs typeface="Calibri"/>
              </a:defRPr>
            </a:lvl4pPr>
            <a:lvl5pPr>
              <a:defRPr sz="1950" b="0">
                <a:solidFill>
                  <a:srgbClr val="152B2B"/>
                </a:solidFill>
                <a:latin typeface="Calibri"/>
                <a:ea typeface="Calibri"/>
                <a:cs typeface="Calibri"/>
              </a:defRPr>
            </a:lvl5pPr>
            <a:lvl6pPr>
              <a:defRPr sz="1950" b="0">
                <a:solidFill>
                  <a:srgbClr val="152B2B"/>
                </a:solidFill>
                <a:latin typeface="Calibri"/>
                <a:ea typeface="Calibri"/>
                <a:cs typeface="Calibri"/>
              </a:defRPr>
            </a:lvl6pPr>
            <a:lvl7pPr>
              <a:defRPr sz="1950" b="0">
                <a:solidFill>
                  <a:srgbClr val="152B2B"/>
                </a:solidFill>
                <a:latin typeface="Calibri"/>
                <a:ea typeface="Calibri"/>
                <a:cs typeface="Calibri"/>
              </a:defRPr>
            </a:lvl7pPr>
            <a:lvl8pPr>
              <a:defRPr sz="1950" b="0">
                <a:solidFill>
                  <a:srgbClr val="152B2B"/>
                </a:solidFill>
                <a:latin typeface="Calibri"/>
                <a:ea typeface="Calibri"/>
                <a:cs typeface="Calibri"/>
              </a:defRPr>
            </a:lvl8pPr>
            <a:lvl9pPr>
              <a:defRPr sz="1950" b="0">
                <a:solidFill>
                  <a:srgbClr val="152B2B"/>
                </a:solidFill>
                <a:latin typeface="Calibri"/>
                <a:ea typeface="Calibri"/>
                <a:cs typeface="Calibri"/>
              </a:defRPr>
            </a:lvl9pPr>
          </a:lstStyle>
          <a:p xmlns:a="http://schemas.openxmlformats.org/drawingml/2006/main">
            <a:pPr>
              <a:defRPr sz="1950" b="0">
                <a:solidFill>
                  <a:srgbClr val="152B2B"/>
                </a:solidFill>
                <a:latin typeface="Calibri"/>
                <a:ea typeface="Calibri"/>
                <a:cs typeface="Calibri"/>
              </a:defRPr>
            </a:pPr>
            <a:r>
              <a:rPr sz="1950" b="0">
                <a:solidFill>
                  <a:srgbClr val="152B2B"/>
                </a:solidFill>
                <a:latin typeface="Calibri"/>
                <a:ea typeface="Calibri"/>
                <a:cs typeface="Calibri"/>
              </a:rPr>
              <a:t>main questions per condition</a:t>
            </a:r>
          </a:p>
        </p:txBody>
      </p:sp>
      <p:sp>
        <p:nvSpPr>
          <p:cNvPr id="11" name="Original study">
            <a:extLst xmlns:a="http://schemas.openxmlformats.org/drawingml/2006/main">
              <a:ext uri="{FF2B5EF4-FFF2-40B4-BE49-F238E27FC236}">
                <a16:creationId xmlns:a16="http://schemas.microsoft.com/office/drawing/2014/main" id="{ADCD6E0D-B742-45B1-A63E-AB7FDA99915D}"/>
              </a:ext>
            </a:extLst>
          </p:cNvPr>
          <p:cNvSpPr>
            <a:spLocks xmlns:a="http://schemas.openxmlformats.org/drawingml/2006/main" noGrp="1"/>
          </p:cNvSpPr>
          <p:nvPr/>
        </p:nvSpPr>
        <p:spPr>
          <a:xfrm xmlns:a="http://schemas.openxmlformats.org/drawingml/2006/main">
            <a:off x="666750" y="42005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52B2B"/>
                </a:solidFill>
                <a:latin typeface="Calibri"/>
                <a:ea typeface="Calibri"/>
                <a:cs typeface="Calibri"/>
              </a:defRPr>
            </a:defPPr>
            <a:lvl1pPr>
              <a:defRPr sz="2325" b="1">
                <a:solidFill>
                  <a:srgbClr val="152B2B"/>
                </a:solidFill>
                <a:latin typeface="Calibri"/>
                <a:ea typeface="Calibri"/>
                <a:cs typeface="Calibri"/>
              </a:defRPr>
            </a:lvl1pPr>
            <a:lvl2pPr>
              <a:defRPr sz="2325" b="1">
                <a:solidFill>
                  <a:srgbClr val="152B2B"/>
                </a:solidFill>
                <a:latin typeface="Calibri"/>
                <a:ea typeface="Calibri"/>
                <a:cs typeface="Calibri"/>
              </a:defRPr>
            </a:lvl2pPr>
            <a:lvl3pPr>
              <a:defRPr sz="2325" b="1">
                <a:solidFill>
                  <a:srgbClr val="152B2B"/>
                </a:solidFill>
                <a:latin typeface="Calibri"/>
                <a:ea typeface="Calibri"/>
                <a:cs typeface="Calibri"/>
              </a:defRPr>
            </a:lvl3pPr>
            <a:lvl4pPr>
              <a:defRPr sz="2325" b="1">
                <a:solidFill>
                  <a:srgbClr val="152B2B"/>
                </a:solidFill>
                <a:latin typeface="Calibri"/>
                <a:ea typeface="Calibri"/>
                <a:cs typeface="Calibri"/>
              </a:defRPr>
            </a:lvl4pPr>
            <a:lvl5pPr>
              <a:defRPr sz="2325" b="1">
                <a:solidFill>
                  <a:srgbClr val="152B2B"/>
                </a:solidFill>
                <a:latin typeface="Calibri"/>
                <a:ea typeface="Calibri"/>
                <a:cs typeface="Calibri"/>
              </a:defRPr>
            </a:lvl5pPr>
            <a:lvl6pPr>
              <a:defRPr sz="2325" b="1">
                <a:solidFill>
                  <a:srgbClr val="152B2B"/>
                </a:solidFill>
                <a:latin typeface="Calibri"/>
                <a:ea typeface="Calibri"/>
                <a:cs typeface="Calibri"/>
              </a:defRPr>
            </a:lvl6pPr>
            <a:lvl7pPr>
              <a:defRPr sz="2325" b="1">
                <a:solidFill>
                  <a:srgbClr val="152B2B"/>
                </a:solidFill>
                <a:latin typeface="Calibri"/>
                <a:ea typeface="Calibri"/>
                <a:cs typeface="Calibri"/>
              </a:defRPr>
            </a:lvl7pPr>
            <a:lvl8pPr>
              <a:defRPr sz="2325" b="1">
                <a:solidFill>
                  <a:srgbClr val="152B2B"/>
                </a:solidFill>
                <a:latin typeface="Calibri"/>
                <a:ea typeface="Calibri"/>
                <a:cs typeface="Calibri"/>
              </a:defRPr>
            </a:lvl8pPr>
            <a:lvl9pPr>
              <a:defRPr sz="2325" b="1">
                <a:solidFill>
                  <a:srgbClr val="152B2B"/>
                </a:solidFill>
                <a:latin typeface="Calibri"/>
                <a:ea typeface="Calibri"/>
                <a:cs typeface="Calibri"/>
              </a:defRPr>
            </a:lvl9pPr>
          </a:lstStyle>
          <a:p xmlns:a="http://schemas.openxmlformats.org/drawingml/2006/main">
            <a:pPr>
              <a:defRPr sz="2325" b="1">
                <a:solidFill>
                  <a:srgbClr val="152B2B"/>
                </a:solidFill>
                <a:latin typeface="Calibri"/>
                <a:ea typeface="Calibri"/>
                <a:cs typeface="Calibri"/>
              </a:defRPr>
            </a:pPr>
            <a:r>
              <a:rPr sz="2325" b="1">
                <a:solidFill>
                  <a:srgbClr val="152B2B"/>
                </a:solidFill>
                <a:latin typeface="Calibri"/>
                <a:ea typeface="Calibri"/>
                <a:cs typeface="Calibri"/>
              </a:rPr>
              <a:t>Original study</a:t>
            </a:r>
          </a:p>
        </p:txBody>
      </p:sp>
      <p:sp>
        <p:nvSpPr>
          <p:cNvPr id="12" name="9 facts per world. Direct, paraphrased and tw">
            <a:extLst xmlns:a="http://schemas.openxmlformats.org/drawingml/2006/main">
              <a:ext uri="{FF2B5EF4-FFF2-40B4-BE49-F238E27FC236}">
                <a16:creationId xmlns:a16="http://schemas.microsoft.com/office/drawing/2014/main" id="{9980BFDD-90D6-4042-B830-7C19FFC32A6A}"/>
              </a:ext>
            </a:extLst>
          </p:cNvPr>
          <p:cNvSpPr>
            <a:spLocks xmlns:a="http://schemas.openxmlformats.org/drawingml/2006/main" noGrp="1"/>
          </p:cNvSpPr>
          <p:nvPr/>
        </p:nvSpPr>
        <p:spPr>
          <a:xfrm xmlns:a="http://schemas.openxmlformats.org/drawingml/2006/main">
            <a:off x="666750" y="4676775"/>
            <a:ext cx="4876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464"/>
                </a:solidFill>
                <a:latin typeface="Calibri"/>
                <a:ea typeface="Calibri"/>
                <a:cs typeface="Calibri"/>
              </a:defRPr>
            </a:defPPr>
            <a:lvl1pPr>
              <a:defRPr sz="1950" b="0">
                <a:solidFill>
                  <a:srgbClr val="526464"/>
                </a:solidFill>
                <a:latin typeface="Calibri"/>
                <a:ea typeface="Calibri"/>
                <a:cs typeface="Calibri"/>
              </a:defRPr>
            </a:lvl1pPr>
            <a:lvl2pPr>
              <a:defRPr sz="1950" b="0">
                <a:solidFill>
                  <a:srgbClr val="526464"/>
                </a:solidFill>
                <a:latin typeface="Calibri"/>
                <a:ea typeface="Calibri"/>
                <a:cs typeface="Calibri"/>
              </a:defRPr>
            </a:lvl2pPr>
            <a:lvl3pPr>
              <a:defRPr sz="1950" b="0">
                <a:solidFill>
                  <a:srgbClr val="526464"/>
                </a:solidFill>
                <a:latin typeface="Calibri"/>
                <a:ea typeface="Calibri"/>
                <a:cs typeface="Calibri"/>
              </a:defRPr>
            </a:lvl3pPr>
            <a:lvl4pPr>
              <a:defRPr sz="1950" b="0">
                <a:solidFill>
                  <a:srgbClr val="526464"/>
                </a:solidFill>
                <a:latin typeface="Calibri"/>
                <a:ea typeface="Calibri"/>
                <a:cs typeface="Calibri"/>
              </a:defRPr>
            </a:lvl4pPr>
            <a:lvl5pPr>
              <a:defRPr sz="1950" b="0">
                <a:solidFill>
                  <a:srgbClr val="526464"/>
                </a:solidFill>
                <a:latin typeface="Calibri"/>
                <a:ea typeface="Calibri"/>
                <a:cs typeface="Calibri"/>
              </a:defRPr>
            </a:lvl5pPr>
            <a:lvl6pPr>
              <a:defRPr sz="1950" b="0">
                <a:solidFill>
                  <a:srgbClr val="526464"/>
                </a:solidFill>
                <a:latin typeface="Calibri"/>
                <a:ea typeface="Calibri"/>
                <a:cs typeface="Calibri"/>
              </a:defRPr>
            </a:lvl6pPr>
            <a:lvl7pPr>
              <a:defRPr sz="1950" b="0">
                <a:solidFill>
                  <a:srgbClr val="526464"/>
                </a:solidFill>
                <a:latin typeface="Calibri"/>
                <a:ea typeface="Calibri"/>
                <a:cs typeface="Calibri"/>
              </a:defRPr>
            </a:lvl7pPr>
            <a:lvl8pPr>
              <a:defRPr sz="1950" b="0">
                <a:solidFill>
                  <a:srgbClr val="526464"/>
                </a:solidFill>
                <a:latin typeface="Calibri"/>
                <a:ea typeface="Calibri"/>
                <a:cs typeface="Calibri"/>
              </a:defRPr>
            </a:lvl8pPr>
            <a:lvl9pPr>
              <a:defRPr sz="1950" b="0">
                <a:solidFill>
                  <a:srgbClr val="526464"/>
                </a:solidFill>
                <a:latin typeface="Calibri"/>
                <a:ea typeface="Calibri"/>
                <a:cs typeface="Calibri"/>
              </a:defRPr>
            </a:lvl9pPr>
          </a:lstStyle>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9 facts per world. Direct, paraphrased and two hop questions, plus locality controls.</a:t>
            </a:r>
          </a:p>
        </p:txBody>
      </p:sp>
      <p:sp>
        <p:nvSpPr>
          <p:cNvPr id="13" name="Separate depth study">
            <a:extLst xmlns:a="http://schemas.openxmlformats.org/drawingml/2006/main">
              <a:ext uri="{FF2B5EF4-FFF2-40B4-BE49-F238E27FC236}">
                <a16:creationId xmlns:a16="http://schemas.microsoft.com/office/drawing/2014/main" id="{FC7B59CE-B544-4057-9060-ECE5B8925B08}"/>
              </a:ext>
            </a:extLst>
          </p:cNvPr>
          <p:cNvSpPr>
            <a:spLocks xmlns:a="http://schemas.openxmlformats.org/drawingml/2006/main" noGrp="1"/>
          </p:cNvSpPr>
          <p:nvPr/>
        </p:nvSpPr>
        <p:spPr>
          <a:xfrm xmlns:a="http://schemas.openxmlformats.org/drawingml/2006/main">
            <a:off x="6543675" y="42005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52B2B"/>
                </a:solidFill>
                <a:latin typeface="Calibri"/>
                <a:ea typeface="Calibri"/>
                <a:cs typeface="Calibri"/>
              </a:defRPr>
            </a:defPPr>
            <a:lvl1pPr>
              <a:defRPr sz="2325" b="1">
                <a:solidFill>
                  <a:srgbClr val="152B2B"/>
                </a:solidFill>
                <a:latin typeface="Calibri"/>
                <a:ea typeface="Calibri"/>
                <a:cs typeface="Calibri"/>
              </a:defRPr>
            </a:lvl1pPr>
            <a:lvl2pPr>
              <a:defRPr sz="2325" b="1">
                <a:solidFill>
                  <a:srgbClr val="152B2B"/>
                </a:solidFill>
                <a:latin typeface="Calibri"/>
                <a:ea typeface="Calibri"/>
                <a:cs typeface="Calibri"/>
              </a:defRPr>
            </a:lvl2pPr>
            <a:lvl3pPr>
              <a:defRPr sz="2325" b="1">
                <a:solidFill>
                  <a:srgbClr val="152B2B"/>
                </a:solidFill>
                <a:latin typeface="Calibri"/>
                <a:ea typeface="Calibri"/>
                <a:cs typeface="Calibri"/>
              </a:defRPr>
            </a:lvl3pPr>
            <a:lvl4pPr>
              <a:defRPr sz="2325" b="1">
                <a:solidFill>
                  <a:srgbClr val="152B2B"/>
                </a:solidFill>
                <a:latin typeface="Calibri"/>
                <a:ea typeface="Calibri"/>
                <a:cs typeface="Calibri"/>
              </a:defRPr>
            </a:lvl4pPr>
            <a:lvl5pPr>
              <a:defRPr sz="2325" b="1">
                <a:solidFill>
                  <a:srgbClr val="152B2B"/>
                </a:solidFill>
                <a:latin typeface="Calibri"/>
                <a:ea typeface="Calibri"/>
                <a:cs typeface="Calibri"/>
              </a:defRPr>
            </a:lvl5pPr>
            <a:lvl6pPr>
              <a:defRPr sz="2325" b="1">
                <a:solidFill>
                  <a:srgbClr val="152B2B"/>
                </a:solidFill>
                <a:latin typeface="Calibri"/>
                <a:ea typeface="Calibri"/>
                <a:cs typeface="Calibri"/>
              </a:defRPr>
            </a:lvl6pPr>
            <a:lvl7pPr>
              <a:defRPr sz="2325" b="1">
                <a:solidFill>
                  <a:srgbClr val="152B2B"/>
                </a:solidFill>
                <a:latin typeface="Calibri"/>
                <a:ea typeface="Calibri"/>
                <a:cs typeface="Calibri"/>
              </a:defRPr>
            </a:lvl7pPr>
            <a:lvl8pPr>
              <a:defRPr sz="2325" b="1">
                <a:solidFill>
                  <a:srgbClr val="152B2B"/>
                </a:solidFill>
                <a:latin typeface="Calibri"/>
                <a:ea typeface="Calibri"/>
                <a:cs typeface="Calibri"/>
              </a:defRPr>
            </a:lvl8pPr>
            <a:lvl9pPr>
              <a:defRPr sz="2325" b="1">
                <a:solidFill>
                  <a:srgbClr val="152B2B"/>
                </a:solidFill>
                <a:latin typeface="Calibri"/>
                <a:ea typeface="Calibri"/>
                <a:cs typeface="Calibri"/>
              </a:defRPr>
            </a:lvl9pPr>
          </a:lstStyle>
          <a:p xmlns:a="http://schemas.openxmlformats.org/drawingml/2006/main">
            <a:pPr>
              <a:defRPr sz="2325" b="1">
                <a:solidFill>
                  <a:srgbClr val="152B2B"/>
                </a:solidFill>
                <a:latin typeface="Calibri"/>
                <a:ea typeface="Calibri"/>
                <a:cs typeface="Calibri"/>
              </a:defRPr>
            </a:pPr>
            <a:r>
              <a:rPr sz="2325" b="1">
                <a:solidFill>
                  <a:srgbClr val="152B2B"/>
                </a:solidFill>
                <a:latin typeface="Calibri"/>
                <a:ea typeface="Calibri"/>
                <a:cs typeface="Calibri"/>
              </a:rPr>
              <a:t>Separate depth study</a:t>
            </a:r>
          </a:p>
        </p:txBody>
      </p:sp>
      <p:sp>
        <p:nvSpPr>
          <p:cNvPr id="14" name="12 facts per world. Adds three hop paths and ">
            <a:extLst xmlns:a="http://schemas.openxmlformats.org/drawingml/2006/main">
              <a:ext uri="{FF2B5EF4-FFF2-40B4-BE49-F238E27FC236}">
                <a16:creationId xmlns:a16="http://schemas.microsoft.com/office/drawing/2014/main" id="{0FF1A65C-3DC8-47E5-83AB-D4A2CE470EF5}"/>
              </a:ext>
            </a:extLst>
          </p:cNvPr>
          <p:cNvSpPr>
            <a:spLocks xmlns:a="http://schemas.openxmlformats.org/drawingml/2006/main" noGrp="1"/>
          </p:cNvSpPr>
          <p:nvPr/>
        </p:nvSpPr>
        <p:spPr>
          <a:xfrm xmlns:a="http://schemas.openxmlformats.org/drawingml/2006/main">
            <a:off x="6543675" y="467677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464"/>
                </a:solidFill>
                <a:latin typeface="Calibri"/>
                <a:ea typeface="Calibri"/>
                <a:cs typeface="Calibri"/>
              </a:defRPr>
            </a:defPPr>
            <a:lvl1pPr>
              <a:defRPr sz="1950" b="0">
                <a:solidFill>
                  <a:srgbClr val="526464"/>
                </a:solidFill>
                <a:latin typeface="Calibri"/>
                <a:ea typeface="Calibri"/>
                <a:cs typeface="Calibri"/>
              </a:defRPr>
            </a:lvl1pPr>
            <a:lvl2pPr>
              <a:defRPr sz="1950" b="0">
                <a:solidFill>
                  <a:srgbClr val="526464"/>
                </a:solidFill>
                <a:latin typeface="Calibri"/>
                <a:ea typeface="Calibri"/>
                <a:cs typeface="Calibri"/>
              </a:defRPr>
            </a:lvl2pPr>
            <a:lvl3pPr>
              <a:defRPr sz="1950" b="0">
                <a:solidFill>
                  <a:srgbClr val="526464"/>
                </a:solidFill>
                <a:latin typeface="Calibri"/>
                <a:ea typeface="Calibri"/>
                <a:cs typeface="Calibri"/>
              </a:defRPr>
            </a:lvl3pPr>
            <a:lvl4pPr>
              <a:defRPr sz="1950" b="0">
                <a:solidFill>
                  <a:srgbClr val="526464"/>
                </a:solidFill>
                <a:latin typeface="Calibri"/>
                <a:ea typeface="Calibri"/>
                <a:cs typeface="Calibri"/>
              </a:defRPr>
            </a:lvl4pPr>
            <a:lvl5pPr>
              <a:defRPr sz="1950" b="0">
                <a:solidFill>
                  <a:srgbClr val="526464"/>
                </a:solidFill>
                <a:latin typeface="Calibri"/>
                <a:ea typeface="Calibri"/>
                <a:cs typeface="Calibri"/>
              </a:defRPr>
            </a:lvl5pPr>
            <a:lvl6pPr>
              <a:defRPr sz="1950" b="0">
                <a:solidFill>
                  <a:srgbClr val="526464"/>
                </a:solidFill>
                <a:latin typeface="Calibri"/>
                <a:ea typeface="Calibri"/>
                <a:cs typeface="Calibri"/>
              </a:defRPr>
            </a:lvl6pPr>
            <a:lvl7pPr>
              <a:defRPr sz="1950" b="0">
                <a:solidFill>
                  <a:srgbClr val="526464"/>
                </a:solidFill>
                <a:latin typeface="Calibri"/>
                <a:ea typeface="Calibri"/>
                <a:cs typeface="Calibri"/>
              </a:defRPr>
            </a:lvl7pPr>
            <a:lvl8pPr>
              <a:defRPr sz="1950" b="0">
                <a:solidFill>
                  <a:srgbClr val="526464"/>
                </a:solidFill>
                <a:latin typeface="Calibri"/>
                <a:ea typeface="Calibri"/>
                <a:cs typeface="Calibri"/>
              </a:defRPr>
            </a:lvl8pPr>
            <a:lvl9pPr>
              <a:defRPr sz="1950" b="0">
                <a:solidFill>
                  <a:srgbClr val="526464"/>
                </a:solidFill>
                <a:latin typeface="Calibri"/>
                <a:ea typeface="Calibri"/>
                <a:cs typeface="Calibri"/>
              </a:defRPr>
            </a:lvl9pPr>
          </a:lstStyle>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12 facts per world. Adds three hop paths and separate wording banks.</a:t>
            </a:r>
          </a:p>
        </p:txBody>
      </p:sp>
      <p:sp>
        <p:nvSpPr>
          <p:cNvPr id="15" name="Split lineages before augmentation. Labels ha">
            <a:extLst xmlns:a="http://schemas.openxmlformats.org/drawingml/2006/main">
              <a:ext uri="{FF2B5EF4-FFF2-40B4-BE49-F238E27FC236}">
                <a16:creationId xmlns:a16="http://schemas.microsoft.com/office/drawing/2014/main" id="{ADADE6A1-A17A-47E2-B27E-39A3E68011F6}"/>
              </a:ext>
            </a:extLst>
          </p:cNvPr>
          <p:cNvSpPr>
            <a:spLocks xmlns:a="http://schemas.openxmlformats.org/drawingml/2006/main" noGrp="1"/>
          </p:cNvSpPr>
          <p:nvPr/>
        </p:nvSpPr>
        <p:spPr>
          <a:xfrm xmlns:a="http://schemas.openxmlformats.org/drawingml/2006/main">
            <a:off x="666750" y="60102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Split lineages before augmentation. Labels have automated audits, without independent human review.</a:t>
            </a:r>
          </a:p>
        </p:txBody>
      </p:sp>
    </p:spTree>
    <p:extLst>
      <p:ext uri="{BB962C8B-B14F-4D97-AF65-F5344CB8AC3E}">
        <p14:creationId xmlns:p14="http://schemas.microsoft.com/office/powerpoint/2010/main" val="1952293433"/>
      </p:ext>
    </p:extLst>
  </p:cSld>
</p:sld>
</file>

<file path=ppt/slides/slide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Matched comparisons and frozen scoring">
            <a:extLst xmlns:a="http://schemas.openxmlformats.org/drawingml/2006/main">
              <a:ext uri="{FF2B5EF4-FFF2-40B4-BE49-F238E27FC236}">
                <a16:creationId xmlns:a16="http://schemas.microsoft.com/office/drawing/2014/main" id="{E15D37F8-99A9-4491-AF60-9E4DE98759A5}"/>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Matched comparisons and frozen scoring</a:t>
            </a:r>
          </a:p>
        </p:txBody>
      </p:sp>
      <p:sp>
        <p:nvSpPr>
          <p:cNvPr id="3" name="06">
            <a:extLst xmlns:a="http://schemas.openxmlformats.org/drawingml/2006/main">
              <a:ext uri="{FF2B5EF4-FFF2-40B4-BE49-F238E27FC236}">
                <a16:creationId xmlns:a16="http://schemas.microsoft.com/office/drawing/2014/main" id="{BA141F3C-E071-425F-A04F-5362BC05703F}"/>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06</a:t>
            </a:r>
          </a:p>
        </p:txBody>
      </p:sp>
      <p:sp>
        <p:nvSpPr>
          <p:cNvPr id="4" name="Same approved information">
            <a:extLst xmlns:a="http://schemas.openxmlformats.org/drawingml/2006/main">
              <a:ext uri="{FF2B5EF4-FFF2-40B4-BE49-F238E27FC236}">
                <a16:creationId xmlns:a16="http://schemas.microsoft.com/office/drawing/2014/main" id="{8C13EE52-81EF-43DC-ABF0-ACA27ABE13E1}"/>
              </a:ext>
            </a:extLst>
          </p:cNvPr>
          <p:cNvSpPr>
            <a:spLocks xmlns:a="http://schemas.openxmlformats.org/drawingml/2006/main" noGrp="1"/>
          </p:cNvSpPr>
          <p:nvPr/>
        </p:nvSpPr>
        <p:spPr>
          <a:xfrm xmlns:a="http://schemas.openxmlformats.org/drawingml/2006/main">
            <a:off x="666750" y="1676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6766D"/>
                </a:solidFill>
                <a:latin typeface="Calibri"/>
                <a:ea typeface="Calibri"/>
                <a:cs typeface="Calibri"/>
              </a:defRPr>
            </a:defPPr>
            <a:lvl1pPr>
              <a:defRPr sz="2400" b="1">
                <a:solidFill>
                  <a:srgbClr val="26766D"/>
                </a:solidFill>
                <a:latin typeface="Calibri"/>
                <a:ea typeface="Calibri"/>
                <a:cs typeface="Calibri"/>
              </a:defRPr>
            </a:lvl1pPr>
            <a:lvl2pPr>
              <a:defRPr sz="2400" b="1">
                <a:solidFill>
                  <a:srgbClr val="26766D"/>
                </a:solidFill>
                <a:latin typeface="Calibri"/>
                <a:ea typeface="Calibri"/>
                <a:cs typeface="Calibri"/>
              </a:defRPr>
            </a:lvl2pPr>
            <a:lvl3pPr>
              <a:defRPr sz="2400" b="1">
                <a:solidFill>
                  <a:srgbClr val="26766D"/>
                </a:solidFill>
                <a:latin typeface="Calibri"/>
                <a:ea typeface="Calibri"/>
                <a:cs typeface="Calibri"/>
              </a:defRPr>
            </a:lvl3pPr>
            <a:lvl4pPr>
              <a:defRPr sz="2400" b="1">
                <a:solidFill>
                  <a:srgbClr val="26766D"/>
                </a:solidFill>
                <a:latin typeface="Calibri"/>
                <a:ea typeface="Calibri"/>
                <a:cs typeface="Calibri"/>
              </a:defRPr>
            </a:lvl4pPr>
            <a:lvl5pPr>
              <a:defRPr sz="2400" b="1">
                <a:solidFill>
                  <a:srgbClr val="26766D"/>
                </a:solidFill>
                <a:latin typeface="Calibri"/>
                <a:ea typeface="Calibri"/>
                <a:cs typeface="Calibri"/>
              </a:defRPr>
            </a:lvl5pPr>
            <a:lvl6pPr>
              <a:defRPr sz="2400" b="1">
                <a:solidFill>
                  <a:srgbClr val="26766D"/>
                </a:solidFill>
                <a:latin typeface="Calibri"/>
                <a:ea typeface="Calibri"/>
                <a:cs typeface="Calibri"/>
              </a:defRPr>
            </a:lvl6pPr>
            <a:lvl7pPr>
              <a:defRPr sz="2400" b="1">
                <a:solidFill>
                  <a:srgbClr val="26766D"/>
                </a:solidFill>
                <a:latin typeface="Calibri"/>
                <a:ea typeface="Calibri"/>
                <a:cs typeface="Calibri"/>
              </a:defRPr>
            </a:lvl7pPr>
            <a:lvl8pPr>
              <a:defRPr sz="2400" b="1">
                <a:solidFill>
                  <a:srgbClr val="26766D"/>
                </a:solidFill>
                <a:latin typeface="Calibri"/>
                <a:ea typeface="Calibri"/>
                <a:cs typeface="Calibri"/>
              </a:defRPr>
            </a:lvl8pPr>
            <a:lvl9pPr>
              <a:defRPr sz="2400" b="1">
                <a:solidFill>
                  <a:srgbClr val="26766D"/>
                </a:solidFill>
                <a:latin typeface="Calibri"/>
                <a:ea typeface="Calibri"/>
                <a:cs typeface="Calibri"/>
              </a:defRPr>
            </a:lvl9pPr>
          </a:lstStyle>
          <a:p xmlns:a="http://schemas.openxmlformats.org/drawingml/2006/main">
            <a:pPr>
              <a:defRPr sz="2400" b="1">
                <a:solidFill>
                  <a:srgbClr val="26766D"/>
                </a:solidFill>
                <a:latin typeface="Calibri"/>
                <a:ea typeface="Calibri"/>
                <a:cs typeface="Calibri"/>
              </a:defRPr>
            </a:pPr>
            <a:r>
              <a:rPr sz="2400" b="1">
                <a:solidFill>
                  <a:srgbClr val="26766D"/>
                </a:solidFill>
                <a:latin typeface="Calibri"/>
                <a:ea typeface="Calibri"/>
                <a:cs typeface="Calibri"/>
              </a:rPr>
              <a:t>Same approved information</a:t>
            </a:r>
          </a:p>
        </p:txBody>
      </p:sp>
      <p:sp>
        <p:nvSpPr>
          <p:cNvPr id="5" name="Both updated models receive the same facts an">
            <a:extLst xmlns:a="http://schemas.openxmlformats.org/drawingml/2006/main">
              <a:ext uri="{FF2B5EF4-FFF2-40B4-BE49-F238E27FC236}">
                <a16:creationId xmlns:a16="http://schemas.microsoft.com/office/drawing/2014/main" id="{FFEA3995-C060-41FB-AF20-93E1C9AD19AD}"/>
              </a:ext>
            </a:extLst>
          </p:cNvPr>
          <p:cNvSpPr>
            <a:spLocks xmlns:a="http://schemas.openxmlformats.org/drawingml/2006/main" noGrp="1"/>
          </p:cNvSpPr>
          <p:nvPr/>
        </p:nvSpPr>
        <p:spPr>
          <a:xfrm xmlns:a="http://schemas.openxmlformats.org/drawingml/2006/main">
            <a:off x="666750" y="21336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Both updated models receive the same facts and context selection policy.</a:t>
            </a:r>
          </a:p>
        </p:txBody>
      </p:sp>
      <p:sp>
        <p:nvSpPr>
          <p:cNvPr id="6" name="Same output contract">
            <a:extLst xmlns:a="http://schemas.openxmlformats.org/drawingml/2006/main">
              <a:ext uri="{FF2B5EF4-FFF2-40B4-BE49-F238E27FC236}">
                <a16:creationId xmlns:a16="http://schemas.microsoft.com/office/drawing/2014/main" id="{FEAF08BD-7898-4794-8763-FB8B97CA7FF8}"/>
              </a:ext>
            </a:extLst>
          </p:cNvPr>
          <p:cNvSpPr>
            <a:spLocks xmlns:a="http://schemas.openxmlformats.org/drawingml/2006/main" noGrp="1"/>
          </p:cNvSpPr>
          <p:nvPr/>
        </p:nvSpPr>
        <p:spPr>
          <a:xfrm xmlns:a="http://schemas.openxmlformats.org/drawingml/2006/main">
            <a:off x="666750" y="3000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6766D"/>
                </a:solidFill>
                <a:latin typeface="Calibri"/>
                <a:ea typeface="Calibri"/>
                <a:cs typeface="Calibri"/>
              </a:defRPr>
            </a:defPPr>
            <a:lvl1pPr>
              <a:defRPr sz="2400" b="1">
                <a:solidFill>
                  <a:srgbClr val="26766D"/>
                </a:solidFill>
                <a:latin typeface="Calibri"/>
                <a:ea typeface="Calibri"/>
                <a:cs typeface="Calibri"/>
              </a:defRPr>
            </a:lvl1pPr>
            <a:lvl2pPr>
              <a:defRPr sz="2400" b="1">
                <a:solidFill>
                  <a:srgbClr val="26766D"/>
                </a:solidFill>
                <a:latin typeface="Calibri"/>
                <a:ea typeface="Calibri"/>
                <a:cs typeface="Calibri"/>
              </a:defRPr>
            </a:lvl2pPr>
            <a:lvl3pPr>
              <a:defRPr sz="2400" b="1">
                <a:solidFill>
                  <a:srgbClr val="26766D"/>
                </a:solidFill>
                <a:latin typeface="Calibri"/>
                <a:ea typeface="Calibri"/>
                <a:cs typeface="Calibri"/>
              </a:defRPr>
            </a:lvl3pPr>
            <a:lvl4pPr>
              <a:defRPr sz="2400" b="1">
                <a:solidFill>
                  <a:srgbClr val="26766D"/>
                </a:solidFill>
                <a:latin typeface="Calibri"/>
                <a:ea typeface="Calibri"/>
                <a:cs typeface="Calibri"/>
              </a:defRPr>
            </a:lvl4pPr>
            <a:lvl5pPr>
              <a:defRPr sz="2400" b="1">
                <a:solidFill>
                  <a:srgbClr val="26766D"/>
                </a:solidFill>
                <a:latin typeface="Calibri"/>
                <a:ea typeface="Calibri"/>
                <a:cs typeface="Calibri"/>
              </a:defRPr>
            </a:lvl5pPr>
            <a:lvl6pPr>
              <a:defRPr sz="2400" b="1">
                <a:solidFill>
                  <a:srgbClr val="26766D"/>
                </a:solidFill>
                <a:latin typeface="Calibri"/>
                <a:ea typeface="Calibri"/>
                <a:cs typeface="Calibri"/>
              </a:defRPr>
            </a:lvl6pPr>
            <a:lvl7pPr>
              <a:defRPr sz="2400" b="1">
                <a:solidFill>
                  <a:srgbClr val="26766D"/>
                </a:solidFill>
                <a:latin typeface="Calibri"/>
                <a:ea typeface="Calibri"/>
                <a:cs typeface="Calibri"/>
              </a:defRPr>
            </a:lvl7pPr>
            <a:lvl8pPr>
              <a:defRPr sz="2400" b="1">
                <a:solidFill>
                  <a:srgbClr val="26766D"/>
                </a:solidFill>
                <a:latin typeface="Calibri"/>
                <a:ea typeface="Calibri"/>
                <a:cs typeface="Calibri"/>
              </a:defRPr>
            </a:lvl8pPr>
            <a:lvl9pPr>
              <a:defRPr sz="2400" b="1">
                <a:solidFill>
                  <a:srgbClr val="26766D"/>
                </a:solidFill>
                <a:latin typeface="Calibri"/>
                <a:ea typeface="Calibri"/>
                <a:cs typeface="Calibri"/>
              </a:defRPr>
            </a:lvl9pPr>
          </a:lstStyle>
          <a:p xmlns:a="http://schemas.openxmlformats.org/drawingml/2006/main">
            <a:pPr>
              <a:defRPr sz="2400" b="1">
                <a:solidFill>
                  <a:srgbClr val="26766D"/>
                </a:solidFill>
                <a:latin typeface="Calibri"/>
                <a:ea typeface="Calibri"/>
                <a:cs typeface="Calibri"/>
              </a:defRPr>
            </a:pPr>
            <a:r>
              <a:rPr sz="2400" b="1">
                <a:solidFill>
                  <a:srgbClr val="26766D"/>
                </a:solidFill>
                <a:latin typeface="Calibri"/>
                <a:ea typeface="Calibri"/>
                <a:cs typeface="Calibri"/>
              </a:rPr>
              <a:t>Same output contract</a:t>
            </a:r>
          </a:p>
        </p:txBody>
      </p:sp>
      <p:sp>
        <p:nvSpPr>
          <p:cNvPr id="7" name="Greedy generation. Fixed budgets. Abstentions">
            <a:extLst xmlns:a="http://schemas.openxmlformats.org/drawingml/2006/main">
              <a:ext uri="{FF2B5EF4-FFF2-40B4-BE49-F238E27FC236}">
                <a16:creationId xmlns:a16="http://schemas.microsoft.com/office/drawing/2014/main" id="{13F17492-36AE-4655-B8A5-23A398D6F295}"/>
              </a:ext>
            </a:extLst>
          </p:cNvPr>
          <p:cNvSpPr>
            <a:spLocks xmlns:a="http://schemas.openxmlformats.org/drawingml/2006/main" noGrp="1"/>
          </p:cNvSpPr>
          <p:nvPr/>
        </p:nvSpPr>
        <p:spPr>
          <a:xfrm xmlns:a="http://schemas.openxmlformats.org/drawingml/2006/main">
            <a:off x="666750" y="3467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Greedy generation. Fixed budgets. Abstentions receive zero primary credit.</a:t>
            </a:r>
          </a:p>
        </p:txBody>
      </p:sp>
      <p:sp>
        <p:nvSpPr>
          <p:cNvPr id="8" name="Separate failure sources">
            <a:extLst xmlns:a="http://schemas.openxmlformats.org/drawingml/2006/main">
              <a:ext uri="{FF2B5EF4-FFF2-40B4-BE49-F238E27FC236}">
                <a16:creationId xmlns:a16="http://schemas.microsoft.com/office/drawing/2014/main" id="{A04189FB-2337-4F04-BD42-71F9C1386204}"/>
              </a:ext>
            </a:extLst>
          </p:cNvPr>
          <p:cNvSpPr>
            <a:spLocks xmlns:a="http://schemas.openxmlformats.org/drawingml/2006/main" noGrp="1"/>
          </p:cNvSpPr>
          <p:nvPr/>
        </p:nvSpPr>
        <p:spPr>
          <a:xfrm xmlns:a="http://schemas.openxmlformats.org/drawingml/2006/main">
            <a:off x="666750" y="43243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6766D"/>
                </a:solidFill>
                <a:latin typeface="Calibri"/>
                <a:ea typeface="Calibri"/>
                <a:cs typeface="Calibri"/>
              </a:defRPr>
            </a:defPPr>
            <a:lvl1pPr>
              <a:defRPr sz="2400" b="1">
                <a:solidFill>
                  <a:srgbClr val="26766D"/>
                </a:solidFill>
                <a:latin typeface="Calibri"/>
                <a:ea typeface="Calibri"/>
                <a:cs typeface="Calibri"/>
              </a:defRPr>
            </a:lvl1pPr>
            <a:lvl2pPr>
              <a:defRPr sz="2400" b="1">
                <a:solidFill>
                  <a:srgbClr val="26766D"/>
                </a:solidFill>
                <a:latin typeface="Calibri"/>
                <a:ea typeface="Calibri"/>
                <a:cs typeface="Calibri"/>
              </a:defRPr>
            </a:lvl2pPr>
            <a:lvl3pPr>
              <a:defRPr sz="2400" b="1">
                <a:solidFill>
                  <a:srgbClr val="26766D"/>
                </a:solidFill>
                <a:latin typeface="Calibri"/>
                <a:ea typeface="Calibri"/>
                <a:cs typeface="Calibri"/>
              </a:defRPr>
            </a:lvl3pPr>
            <a:lvl4pPr>
              <a:defRPr sz="2400" b="1">
                <a:solidFill>
                  <a:srgbClr val="26766D"/>
                </a:solidFill>
                <a:latin typeface="Calibri"/>
                <a:ea typeface="Calibri"/>
                <a:cs typeface="Calibri"/>
              </a:defRPr>
            </a:lvl4pPr>
            <a:lvl5pPr>
              <a:defRPr sz="2400" b="1">
                <a:solidFill>
                  <a:srgbClr val="26766D"/>
                </a:solidFill>
                <a:latin typeface="Calibri"/>
                <a:ea typeface="Calibri"/>
                <a:cs typeface="Calibri"/>
              </a:defRPr>
            </a:lvl5pPr>
            <a:lvl6pPr>
              <a:defRPr sz="2400" b="1">
                <a:solidFill>
                  <a:srgbClr val="26766D"/>
                </a:solidFill>
                <a:latin typeface="Calibri"/>
                <a:ea typeface="Calibri"/>
                <a:cs typeface="Calibri"/>
              </a:defRPr>
            </a:lvl6pPr>
            <a:lvl7pPr>
              <a:defRPr sz="2400" b="1">
                <a:solidFill>
                  <a:srgbClr val="26766D"/>
                </a:solidFill>
                <a:latin typeface="Calibri"/>
                <a:ea typeface="Calibri"/>
                <a:cs typeface="Calibri"/>
              </a:defRPr>
            </a:lvl7pPr>
            <a:lvl8pPr>
              <a:defRPr sz="2400" b="1">
                <a:solidFill>
                  <a:srgbClr val="26766D"/>
                </a:solidFill>
                <a:latin typeface="Calibri"/>
                <a:ea typeface="Calibri"/>
                <a:cs typeface="Calibri"/>
              </a:defRPr>
            </a:lvl8pPr>
            <a:lvl9pPr>
              <a:defRPr sz="2400" b="1">
                <a:solidFill>
                  <a:srgbClr val="26766D"/>
                </a:solidFill>
                <a:latin typeface="Calibri"/>
                <a:ea typeface="Calibri"/>
                <a:cs typeface="Calibri"/>
              </a:defRPr>
            </a:lvl9pPr>
          </a:lstStyle>
          <a:p xmlns:a="http://schemas.openxmlformats.org/drawingml/2006/main">
            <a:pPr>
              <a:defRPr sz="2400" b="1">
                <a:solidFill>
                  <a:srgbClr val="26766D"/>
                </a:solidFill>
                <a:latin typeface="Calibri"/>
                <a:ea typeface="Calibri"/>
                <a:cs typeface="Calibri"/>
              </a:defRPr>
            </a:pPr>
            <a:r>
              <a:rPr sz="2400" b="1">
                <a:solidFill>
                  <a:srgbClr val="26766D"/>
                </a:solidFill>
                <a:latin typeface="Calibri"/>
                <a:ea typeface="Calibri"/>
                <a:cs typeface="Calibri"/>
              </a:rPr>
              <a:t>Separate failure sources</a:t>
            </a:r>
          </a:p>
        </p:txBody>
      </p:sp>
      <p:sp>
        <p:nvSpPr>
          <p:cNvPr id="9" name="Measure retrieval, gold support diagnostics a">
            <a:extLst xmlns:a="http://schemas.openxmlformats.org/drawingml/2006/main">
              <a:ext uri="{FF2B5EF4-FFF2-40B4-BE49-F238E27FC236}">
                <a16:creationId xmlns:a16="http://schemas.microsoft.com/office/drawing/2014/main" id="{50907FBD-3415-4D2F-B86C-1880FB4B0361}"/>
              </a:ext>
            </a:extLst>
          </p:cNvPr>
          <p:cNvSpPr>
            <a:spLocks xmlns:a="http://schemas.openxmlformats.org/drawingml/2006/main" noGrp="1"/>
          </p:cNvSpPr>
          <p:nvPr/>
        </p:nvSpPr>
        <p:spPr>
          <a:xfrm xmlns:a="http://schemas.openxmlformats.org/drawingml/2006/main">
            <a:off x="666750" y="47815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Measure retrieval, gold support diagnostics and generated answers separately.</a:t>
            </a:r>
          </a:p>
        </p:txBody>
      </p:sp>
      <p:sp>
        <p:nvSpPr>
          <p:cNvPr id="10" name="1,312 original requests and 544 depth request">
            <a:extLst xmlns:a="http://schemas.openxmlformats.org/drawingml/2006/main">
              <a:ext uri="{FF2B5EF4-FFF2-40B4-BE49-F238E27FC236}">
                <a16:creationId xmlns:a16="http://schemas.microsoft.com/office/drawing/2014/main" id="{A427F2F9-E863-4787-9985-9A8A445CEA7A}"/>
              </a:ext>
            </a:extLst>
          </p:cNvPr>
          <p:cNvSpPr>
            <a:spLocks xmlns:a="http://schemas.openxmlformats.org/drawingml/2006/main" noGrp="1"/>
          </p:cNvSpPr>
          <p:nvPr/>
        </p:nvSpPr>
        <p:spPr>
          <a:xfrm xmlns:a="http://schemas.openxmlformats.org/drawingml/2006/main">
            <a:off x="666750" y="58769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1,312 original requests and 544 depth requests completed under separate frozen protocols.</a:t>
            </a:r>
          </a:p>
        </p:txBody>
      </p:sp>
    </p:spTree>
    <p:extLst>
      <p:ext uri="{BB962C8B-B14F-4D97-AF65-F5344CB8AC3E}">
        <p14:creationId xmlns:p14="http://schemas.microsoft.com/office/powerpoint/2010/main" val="1724372270"/>
      </p:ext>
    </p:extLst>
  </p:cSld>
</p:sld>
</file>

<file path=ppt/slides/slide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Selected context improves this ReasonKE resul">
            <a:extLst xmlns:a="http://schemas.openxmlformats.org/drawingml/2006/main">
              <a:ext uri="{FF2B5EF4-FFF2-40B4-BE49-F238E27FC236}">
                <a16:creationId xmlns:a16="http://schemas.microsoft.com/office/drawing/2014/main" id="{27D449F1-B137-4C0D-AF6F-F480882849BE}"/>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Selected context improves this ReasonKE result</a:t>
            </a:r>
          </a:p>
        </p:txBody>
      </p:sp>
      <p:sp>
        <p:nvSpPr>
          <p:cNvPr id="3" name="Original operations study, 256 assigned quest">
            <a:extLst xmlns:a="http://schemas.openxmlformats.org/drawingml/2006/main">
              <a:ext uri="{FF2B5EF4-FFF2-40B4-BE49-F238E27FC236}">
                <a16:creationId xmlns:a16="http://schemas.microsoft.com/office/drawing/2014/main" id="{F42DC9B6-1FD1-4E61-9398-5AAE441188AD}"/>
              </a:ext>
            </a:extLst>
          </p:cNvPr>
          <p:cNvSpPr>
            <a:spLocks xmlns:a="http://schemas.openxmlformats.org/drawingml/2006/main" noGrp="1"/>
          </p:cNvSpPr>
          <p:nvPr/>
        </p:nvSpPr>
        <p:spPr>
          <a:xfrm xmlns:a="http://schemas.openxmlformats.org/drawingml/2006/main">
            <a:off x="609600" y="1123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Original operations study, 256 assigned questions in each condition</a:t>
            </a:r>
          </a:p>
        </p:txBody>
      </p:sp>
      <p:sp>
        <p:nvSpPr>
          <p:cNvPr id="4" name="07">
            <a:extLst xmlns:a="http://schemas.openxmlformats.org/drawingml/2006/main">
              <a:ext uri="{FF2B5EF4-FFF2-40B4-BE49-F238E27FC236}">
                <a16:creationId xmlns:a16="http://schemas.microsoft.com/office/drawing/2014/main" id="{4B8FB65D-1CCA-40F6-8C53-04F29DC4652A}"/>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07</a:t>
            </a:r>
          </a:p>
        </p:txBody>
      </p:sp>
      <p:graphicFrame>
        <p:nvGraphicFramePr>
          <p:cNvPr id="5" name="Chart">
            <a:extLst xmlns:a="http://schemas.openxmlformats.org/drawingml/2006/main">
              <a:ext uri="{FF2B5EF4-FFF2-40B4-BE49-F238E27FC236}">
                <a16:creationId xmlns:a16="http://schemas.microsoft.com/office/drawing/2014/main" id="{0898F2FA-D6C0-4639-AB3A-B1B3BFAE3C8F}"/>
              </a:ext>
            </a:extLst>
          </p:cNvPr>
          <p:cNvGraphicFramePr/>
          <p:nvPr/>
        </p:nvGraphicFramePr>
        <p:xfrm>
          <a:off xmlns:a="http://schemas.openxmlformats.org/drawingml/2006/main" x="571500" y="1752600"/>
          <a:ext xmlns:a="http://schemas.openxmlformats.org/drawingml/2006/main" cx="7667625" cy="3867150"/>
        </p:xfrm>
        <a:graphic xmlns:a="http://schemas.openxmlformats.org/drawingml/2006/main">
          <a:graphicData uri="http://schemas.openxmlformats.org/drawingml/2006/chart">
            <c:chart xmlns:r="http://schemas.openxmlformats.org/officeDocument/2006/relationships" xmlns:c="http://schemas.openxmlformats.org/drawingml/2006/chart" r:id="R611d45e117c6464c"/>
          </a:graphicData>
        </a:graphic>
      </p:graphicFrame>
      <p:sp>
        <p:nvSpPr>
          <p:cNvPr id="6" name="15 Qwen abstentions">
            <a:extLst xmlns:a="http://schemas.openxmlformats.org/drawingml/2006/main">
              <a:ext uri="{FF2B5EF4-FFF2-40B4-BE49-F238E27FC236}">
                <a16:creationId xmlns:a16="http://schemas.microsoft.com/office/drawing/2014/main" id="{3729CBE4-E629-4740-BCF4-A752347468A8}"/>
              </a:ext>
            </a:extLst>
          </p:cNvPr>
          <p:cNvSpPr>
            <a:spLocks xmlns:a="http://schemas.openxmlformats.org/drawingml/2006/main" noGrp="1"/>
          </p:cNvSpPr>
          <p:nvPr/>
        </p:nvSpPr>
        <p:spPr>
          <a:xfrm xmlns:a="http://schemas.openxmlformats.org/drawingml/2006/main">
            <a:off x="8601075" y="212407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6766D"/>
                </a:solidFill>
                <a:latin typeface="Calibri"/>
                <a:ea typeface="Calibri"/>
                <a:cs typeface="Calibri"/>
              </a:defRPr>
            </a:defPPr>
            <a:lvl1pPr>
              <a:defRPr sz="2400" b="1">
                <a:solidFill>
                  <a:srgbClr val="26766D"/>
                </a:solidFill>
                <a:latin typeface="Calibri"/>
                <a:ea typeface="Calibri"/>
                <a:cs typeface="Calibri"/>
              </a:defRPr>
            </a:lvl1pPr>
            <a:lvl2pPr>
              <a:defRPr sz="2400" b="1">
                <a:solidFill>
                  <a:srgbClr val="26766D"/>
                </a:solidFill>
                <a:latin typeface="Calibri"/>
                <a:ea typeface="Calibri"/>
                <a:cs typeface="Calibri"/>
              </a:defRPr>
            </a:lvl2pPr>
            <a:lvl3pPr>
              <a:defRPr sz="2400" b="1">
                <a:solidFill>
                  <a:srgbClr val="26766D"/>
                </a:solidFill>
                <a:latin typeface="Calibri"/>
                <a:ea typeface="Calibri"/>
                <a:cs typeface="Calibri"/>
              </a:defRPr>
            </a:lvl3pPr>
            <a:lvl4pPr>
              <a:defRPr sz="2400" b="1">
                <a:solidFill>
                  <a:srgbClr val="26766D"/>
                </a:solidFill>
                <a:latin typeface="Calibri"/>
                <a:ea typeface="Calibri"/>
                <a:cs typeface="Calibri"/>
              </a:defRPr>
            </a:lvl4pPr>
            <a:lvl5pPr>
              <a:defRPr sz="2400" b="1">
                <a:solidFill>
                  <a:srgbClr val="26766D"/>
                </a:solidFill>
                <a:latin typeface="Calibri"/>
                <a:ea typeface="Calibri"/>
                <a:cs typeface="Calibri"/>
              </a:defRPr>
            </a:lvl5pPr>
            <a:lvl6pPr>
              <a:defRPr sz="2400" b="1">
                <a:solidFill>
                  <a:srgbClr val="26766D"/>
                </a:solidFill>
                <a:latin typeface="Calibri"/>
                <a:ea typeface="Calibri"/>
                <a:cs typeface="Calibri"/>
              </a:defRPr>
            </a:lvl6pPr>
            <a:lvl7pPr>
              <a:defRPr sz="2400" b="1">
                <a:solidFill>
                  <a:srgbClr val="26766D"/>
                </a:solidFill>
                <a:latin typeface="Calibri"/>
                <a:ea typeface="Calibri"/>
                <a:cs typeface="Calibri"/>
              </a:defRPr>
            </a:lvl7pPr>
            <a:lvl8pPr>
              <a:defRPr sz="2400" b="1">
                <a:solidFill>
                  <a:srgbClr val="26766D"/>
                </a:solidFill>
                <a:latin typeface="Calibri"/>
                <a:ea typeface="Calibri"/>
                <a:cs typeface="Calibri"/>
              </a:defRPr>
            </a:lvl8pPr>
            <a:lvl9pPr>
              <a:defRPr sz="2400" b="1">
                <a:solidFill>
                  <a:srgbClr val="26766D"/>
                </a:solidFill>
                <a:latin typeface="Calibri"/>
                <a:ea typeface="Calibri"/>
                <a:cs typeface="Calibri"/>
              </a:defRPr>
            </a:lvl9pPr>
          </a:lstStyle>
          <a:p xmlns:a="http://schemas.openxmlformats.org/drawingml/2006/main">
            <a:pPr>
              <a:defRPr sz="2400" b="1">
                <a:solidFill>
                  <a:srgbClr val="26766D"/>
                </a:solidFill>
                <a:latin typeface="Calibri"/>
                <a:ea typeface="Calibri"/>
                <a:cs typeface="Calibri"/>
              </a:defRPr>
            </a:pPr>
            <a:r>
              <a:rPr sz="2400" b="1">
                <a:solidFill>
                  <a:srgbClr val="26766D"/>
                </a:solidFill>
                <a:latin typeface="Calibri"/>
                <a:ea typeface="Calibri"/>
                <a:cs typeface="Calibri"/>
              </a:rPr>
              <a:t>15 Qwen abstentions</a:t>
            </a:r>
          </a:p>
        </p:txBody>
      </p:sp>
      <p:sp>
        <p:nvSpPr>
          <p:cNvPr id="7" name="with updated retrieval">
            <a:extLst xmlns:a="http://schemas.openxmlformats.org/drawingml/2006/main">
              <a:ext uri="{FF2B5EF4-FFF2-40B4-BE49-F238E27FC236}">
                <a16:creationId xmlns:a16="http://schemas.microsoft.com/office/drawing/2014/main" id="{A98E5815-B488-4844-AA26-AF240A4290DA}"/>
              </a:ext>
            </a:extLst>
          </p:cNvPr>
          <p:cNvSpPr>
            <a:spLocks xmlns:a="http://schemas.openxmlformats.org/drawingml/2006/main" noGrp="1"/>
          </p:cNvSpPr>
          <p:nvPr/>
        </p:nvSpPr>
        <p:spPr>
          <a:xfrm xmlns:a="http://schemas.openxmlformats.org/drawingml/2006/main">
            <a:off x="8601075" y="29146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with updated retrieval</a:t>
            </a:r>
          </a:p>
        </p:txBody>
      </p:sp>
      <p:sp>
        <p:nvSpPr>
          <p:cNvPr id="8" name="25 ReasonKE errors">
            <a:extLst xmlns:a="http://schemas.openxmlformats.org/drawingml/2006/main">
              <a:ext uri="{FF2B5EF4-FFF2-40B4-BE49-F238E27FC236}">
                <a16:creationId xmlns:a16="http://schemas.microsoft.com/office/drawing/2014/main" id="{7E996173-A9C1-4347-9425-3C86FAA8469E}"/>
              </a:ext>
            </a:extLst>
          </p:cNvPr>
          <p:cNvSpPr>
            <a:spLocks xmlns:a="http://schemas.openxmlformats.org/drawingml/2006/main" noGrp="1"/>
          </p:cNvSpPr>
          <p:nvPr/>
        </p:nvSpPr>
        <p:spPr>
          <a:xfrm xmlns:a="http://schemas.openxmlformats.org/drawingml/2006/main">
            <a:off x="8601075" y="401002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52B2B"/>
                </a:solidFill>
                <a:latin typeface="Calibri"/>
                <a:ea typeface="Calibri"/>
                <a:cs typeface="Calibri"/>
              </a:defRPr>
            </a:defPPr>
            <a:lvl1pPr>
              <a:defRPr sz="2400" b="1">
                <a:solidFill>
                  <a:srgbClr val="152B2B"/>
                </a:solidFill>
                <a:latin typeface="Calibri"/>
                <a:ea typeface="Calibri"/>
                <a:cs typeface="Calibri"/>
              </a:defRPr>
            </a:lvl1pPr>
            <a:lvl2pPr>
              <a:defRPr sz="2400" b="1">
                <a:solidFill>
                  <a:srgbClr val="152B2B"/>
                </a:solidFill>
                <a:latin typeface="Calibri"/>
                <a:ea typeface="Calibri"/>
                <a:cs typeface="Calibri"/>
              </a:defRPr>
            </a:lvl2pPr>
            <a:lvl3pPr>
              <a:defRPr sz="2400" b="1">
                <a:solidFill>
                  <a:srgbClr val="152B2B"/>
                </a:solidFill>
                <a:latin typeface="Calibri"/>
                <a:ea typeface="Calibri"/>
                <a:cs typeface="Calibri"/>
              </a:defRPr>
            </a:lvl3pPr>
            <a:lvl4pPr>
              <a:defRPr sz="2400" b="1">
                <a:solidFill>
                  <a:srgbClr val="152B2B"/>
                </a:solidFill>
                <a:latin typeface="Calibri"/>
                <a:ea typeface="Calibri"/>
                <a:cs typeface="Calibri"/>
              </a:defRPr>
            </a:lvl4pPr>
            <a:lvl5pPr>
              <a:defRPr sz="2400" b="1">
                <a:solidFill>
                  <a:srgbClr val="152B2B"/>
                </a:solidFill>
                <a:latin typeface="Calibri"/>
                <a:ea typeface="Calibri"/>
                <a:cs typeface="Calibri"/>
              </a:defRPr>
            </a:lvl5pPr>
            <a:lvl6pPr>
              <a:defRPr sz="2400" b="1">
                <a:solidFill>
                  <a:srgbClr val="152B2B"/>
                </a:solidFill>
                <a:latin typeface="Calibri"/>
                <a:ea typeface="Calibri"/>
                <a:cs typeface="Calibri"/>
              </a:defRPr>
            </a:lvl6pPr>
            <a:lvl7pPr>
              <a:defRPr sz="2400" b="1">
                <a:solidFill>
                  <a:srgbClr val="152B2B"/>
                </a:solidFill>
                <a:latin typeface="Calibri"/>
                <a:ea typeface="Calibri"/>
                <a:cs typeface="Calibri"/>
              </a:defRPr>
            </a:lvl7pPr>
            <a:lvl8pPr>
              <a:defRPr sz="2400" b="1">
                <a:solidFill>
                  <a:srgbClr val="152B2B"/>
                </a:solidFill>
                <a:latin typeface="Calibri"/>
                <a:ea typeface="Calibri"/>
                <a:cs typeface="Calibri"/>
              </a:defRPr>
            </a:lvl8pPr>
            <a:lvl9pPr>
              <a:defRPr sz="2400" b="1">
                <a:solidFill>
                  <a:srgbClr val="152B2B"/>
                </a:solidFill>
                <a:latin typeface="Calibri"/>
                <a:ea typeface="Calibri"/>
                <a:cs typeface="Calibri"/>
              </a:defRPr>
            </a:lvl9pPr>
          </a:lstStyle>
          <a:p xmlns:a="http://schemas.openxmlformats.org/drawingml/2006/main">
            <a:pPr>
              <a:defRPr sz="2400" b="1">
                <a:solidFill>
                  <a:srgbClr val="152B2B"/>
                </a:solidFill>
                <a:latin typeface="Calibri"/>
                <a:ea typeface="Calibri"/>
                <a:cs typeface="Calibri"/>
              </a:defRPr>
            </a:pPr>
            <a:r>
              <a:rPr sz="2400" b="1">
                <a:solidFill>
                  <a:srgbClr val="152B2B"/>
                </a:solidFill>
                <a:latin typeface="Calibri"/>
                <a:ea typeface="Calibri"/>
                <a:cs typeface="Calibri"/>
              </a:rPr>
              <a:t>25 ReasonKE errors</a:t>
            </a:r>
          </a:p>
        </p:txBody>
      </p:sp>
      <p:sp>
        <p:nvSpPr>
          <p:cNvPr id="9" name="with full updated memory">
            <a:extLst xmlns:a="http://schemas.openxmlformats.org/drawingml/2006/main">
              <a:ext uri="{FF2B5EF4-FFF2-40B4-BE49-F238E27FC236}">
                <a16:creationId xmlns:a16="http://schemas.microsoft.com/office/drawing/2014/main" id="{9FE49F01-4498-417F-A4BD-09970E7C8B72}"/>
              </a:ext>
            </a:extLst>
          </p:cNvPr>
          <p:cNvSpPr>
            <a:spLocks xmlns:a="http://schemas.openxmlformats.org/drawingml/2006/main" noGrp="1"/>
          </p:cNvSpPr>
          <p:nvPr/>
        </p:nvSpPr>
        <p:spPr>
          <a:xfrm xmlns:a="http://schemas.openxmlformats.org/drawingml/2006/main">
            <a:off x="8601075" y="48006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with full updated memory</a:t>
            </a:r>
          </a:p>
        </p:txBody>
      </p:sp>
      <p:sp>
        <p:nvSpPr>
          <p:cNvPr id="10" name="Every updated condition receives the correcti">
            <a:extLst xmlns:a="http://schemas.openxmlformats.org/drawingml/2006/main">
              <a:ext uri="{FF2B5EF4-FFF2-40B4-BE49-F238E27FC236}">
                <a16:creationId xmlns:a16="http://schemas.microsoft.com/office/drawing/2014/main" id="{D39F8710-6394-4953-9B06-EBCA83AEC698}"/>
              </a:ext>
            </a:extLst>
          </p:cNvPr>
          <p:cNvSpPr>
            <a:spLocks xmlns:a="http://schemas.openxmlformats.org/drawingml/2006/main" noGrp="1"/>
          </p:cNvSpPr>
          <p:nvPr/>
        </p:nvSpPr>
        <p:spPr>
          <a:xfrm xmlns:a="http://schemas.openxmlformats.org/drawingml/2006/main">
            <a:off x="666750" y="5981700"/>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464"/>
                </a:solidFill>
                <a:latin typeface="Calibri"/>
                <a:ea typeface="Calibri"/>
                <a:cs typeface="Calibri"/>
              </a:defRPr>
            </a:defPPr>
            <a:lvl1pPr>
              <a:defRPr sz="1650" b="0">
                <a:solidFill>
                  <a:srgbClr val="526464"/>
                </a:solidFill>
                <a:latin typeface="Calibri"/>
                <a:ea typeface="Calibri"/>
                <a:cs typeface="Calibri"/>
              </a:defRPr>
            </a:lvl1pPr>
            <a:lvl2pPr>
              <a:defRPr sz="1650" b="0">
                <a:solidFill>
                  <a:srgbClr val="526464"/>
                </a:solidFill>
                <a:latin typeface="Calibri"/>
                <a:ea typeface="Calibri"/>
                <a:cs typeface="Calibri"/>
              </a:defRPr>
            </a:lvl2pPr>
            <a:lvl3pPr>
              <a:defRPr sz="1650" b="0">
                <a:solidFill>
                  <a:srgbClr val="526464"/>
                </a:solidFill>
                <a:latin typeface="Calibri"/>
                <a:ea typeface="Calibri"/>
                <a:cs typeface="Calibri"/>
              </a:defRPr>
            </a:lvl3pPr>
            <a:lvl4pPr>
              <a:defRPr sz="1650" b="0">
                <a:solidFill>
                  <a:srgbClr val="526464"/>
                </a:solidFill>
                <a:latin typeface="Calibri"/>
                <a:ea typeface="Calibri"/>
                <a:cs typeface="Calibri"/>
              </a:defRPr>
            </a:lvl4pPr>
            <a:lvl5pPr>
              <a:defRPr sz="1650" b="0">
                <a:solidFill>
                  <a:srgbClr val="526464"/>
                </a:solidFill>
                <a:latin typeface="Calibri"/>
                <a:ea typeface="Calibri"/>
                <a:cs typeface="Calibri"/>
              </a:defRPr>
            </a:lvl5pPr>
            <a:lvl6pPr>
              <a:defRPr sz="1650" b="0">
                <a:solidFill>
                  <a:srgbClr val="526464"/>
                </a:solidFill>
                <a:latin typeface="Calibri"/>
                <a:ea typeface="Calibri"/>
                <a:cs typeface="Calibri"/>
              </a:defRPr>
            </a:lvl6pPr>
            <a:lvl7pPr>
              <a:defRPr sz="1650" b="0">
                <a:solidFill>
                  <a:srgbClr val="526464"/>
                </a:solidFill>
                <a:latin typeface="Calibri"/>
                <a:ea typeface="Calibri"/>
                <a:cs typeface="Calibri"/>
              </a:defRPr>
            </a:lvl7pPr>
            <a:lvl8pPr>
              <a:defRPr sz="1650" b="0">
                <a:solidFill>
                  <a:srgbClr val="526464"/>
                </a:solidFill>
                <a:latin typeface="Calibri"/>
                <a:ea typeface="Calibri"/>
                <a:cs typeface="Calibri"/>
              </a:defRPr>
            </a:lvl8pPr>
            <a:lvl9pPr>
              <a:defRPr sz="1650" b="0">
                <a:solidFill>
                  <a:srgbClr val="526464"/>
                </a:solidFill>
                <a:latin typeface="Calibri"/>
                <a:ea typeface="Calibri"/>
                <a:cs typeface="Calibri"/>
              </a:defRPr>
            </a:lvl9pPr>
          </a:lstStyle>
          <a:p xmlns:a="http://schemas.openxmlformats.org/drawingml/2006/main">
            <a:pPr>
              <a:defRPr sz="1650" b="0">
                <a:solidFill>
                  <a:srgbClr val="526464"/>
                </a:solidFill>
                <a:latin typeface="Calibri"/>
                <a:ea typeface="Calibri"/>
                <a:cs typeface="Calibri"/>
              </a:defRPr>
            </a:pPr>
            <a:r>
              <a:rPr sz="1650" b="0">
                <a:solidFill>
                  <a:srgbClr val="526464"/>
                </a:solidFill>
                <a:latin typeface="Calibri"/>
                <a:ea typeface="Calibri"/>
                <a:cs typeface="Calibri"/>
              </a:rPr>
              <a:t>Every updated condition receives the correction. The model comparison reverses under full memory.</a:t>
            </a:r>
          </a:p>
        </p:txBody>
      </p:sp>
    </p:spTree>
    <p:extLst>
      <p:ext uri="{BB962C8B-B14F-4D97-AF65-F5344CB8AC3E}">
        <p14:creationId xmlns:p14="http://schemas.microsoft.com/office/powerpoint/2010/main" val="1296970943"/>
      </p:ext>
    </p:extLst>
  </p:cSld>
</p:sld>
</file>

<file path=ppt/slides/slide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Depth accuracy has a substantial speed tradeo">
            <a:extLst xmlns:a="http://schemas.openxmlformats.org/drawingml/2006/main">
              <a:ext uri="{FF2B5EF4-FFF2-40B4-BE49-F238E27FC236}">
                <a16:creationId xmlns:a16="http://schemas.microsoft.com/office/drawing/2014/main" id="{BBE35631-4D1E-4292-9A22-52E7A454A32F}"/>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Depth accuracy has a substantial speed tradeoff</a:t>
            </a:r>
          </a:p>
        </p:txBody>
      </p:sp>
      <p:sp>
        <p:nvSpPr>
          <p:cNvPr id="3" name="Separate depth study, 64 assigned questions p">
            <a:extLst xmlns:a="http://schemas.openxmlformats.org/drawingml/2006/main">
              <a:ext uri="{FF2B5EF4-FFF2-40B4-BE49-F238E27FC236}">
                <a16:creationId xmlns:a16="http://schemas.microsoft.com/office/drawing/2014/main" id="{3C461CD2-952A-4431-A0E8-E21EA64DBC6C}"/>
              </a:ext>
            </a:extLst>
          </p:cNvPr>
          <p:cNvSpPr>
            <a:spLocks xmlns:a="http://schemas.openxmlformats.org/drawingml/2006/main" noGrp="1"/>
          </p:cNvSpPr>
          <p:nvPr/>
        </p:nvSpPr>
        <p:spPr>
          <a:xfrm xmlns:a="http://schemas.openxmlformats.org/drawingml/2006/main">
            <a:off x="609600" y="1123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Separate depth study, 64 assigned questions per group and model</a:t>
            </a:r>
          </a:p>
        </p:txBody>
      </p:sp>
      <p:sp>
        <p:nvSpPr>
          <p:cNvPr id="4" name="08">
            <a:extLst xmlns:a="http://schemas.openxmlformats.org/drawingml/2006/main">
              <a:ext uri="{FF2B5EF4-FFF2-40B4-BE49-F238E27FC236}">
                <a16:creationId xmlns:a16="http://schemas.microsoft.com/office/drawing/2014/main" id="{85CA9FFB-D873-4993-879C-472EE07AE9F8}"/>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08</a:t>
            </a:r>
          </a:p>
        </p:txBody>
      </p:sp>
      <p:graphicFrame>
        <p:nvGraphicFramePr>
          <p:cNvPr id="5" name="Chart">
            <a:extLst xmlns:a="http://schemas.openxmlformats.org/drawingml/2006/main">
              <a:ext uri="{FF2B5EF4-FFF2-40B4-BE49-F238E27FC236}">
                <a16:creationId xmlns:a16="http://schemas.microsoft.com/office/drawing/2014/main" id="{98A3472E-5273-4FDB-B6F9-2634543BC87A}"/>
              </a:ext>
            </a:extLst>
          </p:cNvPr>
          <p:cNvGraphicFramePr/>
          <p:nvPr/>
        </p:nvGraphicFramePr>
        <p:xfrm>
          <a:off xmlns:a="http://schemas.openxmlformats.org/drawingml/2006/main" x="571500" y="1771650"/>
          <a:ext xmlns:a="http://schemas.openxmlformats.org/drawingml/2006/main" cx="7543800" cy="3810000"/>
        </p:xfrm>
        <a:graphic xmlns:a="http://schemas.openxmlformats.org/drawingml/2006/main">
          <a:graphicData uri="http://schemas.openxmlformats.org/drawingml/2006/chart">
            <c:chart xmlns:r="http://schemas.openxmlformats.org/officeDocument/2006/relationships" xmlns:c="http://schemas.openxmlformats.org/drawingml/2006/chart" r:id="R82a013c26f804208"/>
          </a:graphicData>
        </a:graphic>
      </p:graphicFrame>
      <p:sp>
        <p:nvSpPr>
          <p:cNvPr id="6" name="256 / 256">
            <a:extLst xmlns:a="http://schemas.openxmlformats.org/drawingml/2006/main">
              <a:ext uri="{FF2B5EF4-FFF2-40B4-BE49-F238E27FC236}">
                <a16:creationId xmlns:a16="http://schemas.microsoft.com/office/drawing/2014/main" id="{8853DAD2-1BCE-4B7C-B04B-CCCCF78B800A}"/>
              </a:ext>
            </a:extLst>
          </p:cNvPr>
          <p:cNvSpPr>
            <a:spLocks xmlns:a="http://schemas.openxmlformats.org/drawingml/2006/main" noGrp="1"/>
          </p:cNvSpPr>
          <p:nvPr/>
        </p:nvSpPr>
        <p:spPr>
          <a:xfrm xmlns:a="http://schemas.openxmlformats.org/drawingml/2006/main">
            <a:off x="8486775" y="19812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26766D"/>
                </a:solidFill>
                <a:latin typeface="Calibri"/>
                <a:ea typeface="Calibri"/>
                <a:cs typeface="Calibri"/>
              </a:defRPr>
            </a:defPPr>
            <a:lvl1pPr>
              <a:defRPr sz="2925" b="1">
                <a:solidFill>
                  <a:srgbClr val="26766D"/>
                </a:solidFill>
                <a:latin typeface="Calibri"/>
                <a:ea typeface="Calibri"/>
                <a:cs typeface="Calibri"/>
              </a:defRPr>
            </a:lvl1pPr>
            <a:lvl2pPr>
              <a:defRPr sz="2925" b="1">
                <a:solidFill>
                  <a:srgbClr val="26766D"/>
                </a:solidFill>
                <a:latin typeface="Calibri"/>
                <a:ea typeface="Calibri"/>
                <a:cs typeface="Calibri"/>
              </a:defRPr>
            </a:lvl2pPr>
            <a:lvl3pPr>
              <a:defRPr sz="2925" b="1">
                <a:solidFill>
                  <a:srgbClr val="26766D"/>
                </a:solidFill>
                <a:latin typeface="Calibri"/>
                <a:ea typeface="Calibri"/>
                <a:cs typeface="Calibri"/>
              </a:defRPr>
            </a:lvl3pPr>
            <a:lvl4pPr>
              <a:defRPr sz="2925" b="1">
                <a:solidFill>
                  <a:srgbClr val="26766D"/>
                </a:solidFill>
                <a:latin typeface="Calibri"/>
                <a:ea typeface="Calibri"/>
                <a:cs typeface="Calibri"/>
              </a:defRPr>
            </a:lvl4pPr>
            <a:lvl5pPr>
              <a:defRPr sz="2925" b="1">
                <a:solidFill>
                  <a:srgbClr val="26766D"/>
                </a:solidFill>
                <a:latin typeface="Calibri"/>
                <a:ea typeface="Calibri"/>
                <a:cs typeface="Calibri"/>
              </a:defRPr>
            </a:lvl5pPr>
            <a:lvl6pPr>
              <a:defRPr sz="2925" b="1">
                <a:solidFill>
                  <a:srgbClr val="26766D"/>
                </a:solidFill>
                <a:latin typeface="Calibri"/>
                <a:ea typeface="Calibri"/>
                <a:cs typeface="Calibri"/>
              </a:defRPr>
            </a:lvl6pPr>
            <a:lvl7pPr>
              <a:defRPr sz="2925" b="1">
                <a:solidFill>
                  <a:srgbClr val="26766D"/>
                </a:solidFill>
                <a:latin typeface="Calibri"/>
                <a:ea typeface="Calibri"/>
                <a:cs typeface="Calibri"/>
              </a:defRPr>
            </a:lvl7pPr>
            <a:lvl8pPr>
              <a:defRPr sz="2925" b="1">
                <a:solidFill>
                  <a:srgbClr val="26766D"/>
                </a:solidFill>
                <a:latin typeface="Calibri"/>
                <a:ea typeface="Calibri"/>
                <a:cs typeface="Calibri"/>
              </a:defRPr>
            </a:lvl8pPr>
            <a:lvl9pPr>
              <a:defRPr sz="2925" b="1">
                <a:solidFill>
                  <a:srgbClr val="26766D"/>
                </a:solidFill>
                <a:latin typeface="Calibri"/>
                <a:ea typeface="Calibri"/>
                <a:cs typeface="Calibri"/>
              </a:defRPr>
            </a:lvl9pPr>
          </a:lstStyle>
          <a:p xmlns:a="http://schemas.openxmlformats.org/drawingml/2006/main">
            <a:pPr>
              <a:defRPr sz="2925" b="1">
                <a:solidFill>
                  <a:srgbClr val="26766D"/>
                </a:solidFill>
                <a:latin typeface="Calibri"/>
                <a:ea typeface="Calibri"/>
                <a:cs typeface="Calibri"/>
              </a:defRPr>
            </a:pPr>
            <a:r>
              <a:rPr sz="2925" b="1">
                <a:solidFill>
                  <a:srgbClr val="26766D"/>
                </a:solidFill>
                <a:latin typeface="Calibri"/>
                <a:ea typeface="Calibri"/>
                <a:cs typeface="Calibri"/>
              </a:rPr>
              <a:t>256 / 256</a:t>
            </a:r>
          </a:p>
        </p:txBody>
      </p:sp>
      <p:sp>
        <p:nvSpPr>
          <p:cNvPr id="7" name="ReasonKE main answers">
            <a:extLst xmlns:a="http://schemas.openxmlformats.org/drawingml/2006/main">
              <a:ext uri="{FF2B5EF4-FFF2-40B4-BE49-F238E27FC236}">
                <a16:creationId xmlns:a16="http://schemas.microsoft.com/office/drawing/2014/main" id="{59B55875-27C0-47F4-8A45-9F93FF673AA6}"/>
              </a:ext>
            </a:extLst>
          </p:cNvPr>
          <p:cNvSpPr>
            <a:spLocks xmlns:a="http://schemas.openxmlformats.org/drawingml/2006/main" noGrp="1"/>
          </p:cNvSpPr>
          <p:nvPr/>
        </p:nvSpPr>
        <p:spPr>
          <a:xfrm xmlns:a="http://schemas.openxmlformats.org/drawingml/2006/main">
            <a:off x="8486775" y="2562225"/>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ReasonKE main answers</a:t>
            </a:r>
          </a:p>
        </p:txBody>
      </p:sp>
      <p:sp>
        <p:nvSpPr>
          <p:cNvPr id="8" name="248 / 256">
            <a:extLst xmlns:a="http://schemas.openxmlformats.org/drawingml/2006/main">
              <a:ext uri="{FF2B5EF4-FFF2-40B4-BE49-F238E27FC236}">
                <a16:creationId xmlns:a16="http://schemas.microsoft.com/office/drawing/2014/main" id="{27061D99-CA50-4EF0-B0A3-2E4D9F67DB47}"/>
              </a:ext>
            </a:extLst>
          </p:cNvPr>
          <p:cNvSpPr>
            <a:spLocks xmlns:a="http://schemas.openxmlformats.org/drawingml/2006/main" noGrp="1"/>
          </p:cNvSpPr>
          <p:nvPr/>
        </p:nvSpPr>
        <p:spPr>
          <a:xfrm xmlns:a="http://schemas.openxmlformats.org/drawingml/2006/main">
            <a:off x="8486775" y="33718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52B2B"/>
                </a:solidFill>
                <a:latin typeface="Calibri"/>
                <a:ea typeface="Calibri"/>
                <a:cs typeface="Calibri"/>
              </a:defRPr>
            </a:defPPr>
            <a:lvl1pPr>
              <a:defRPr sz="2925" b="1">
                <a:solidFill>
                  <a:srgbClr val="152B2B"/>
                </a:solidFill>
                <a:latin typeface="Calibri"/>
                <a:ea typeface="Calibri"/>
                <a:cs typeface="Calibri"/>
              </a:defRPr>
            </a:lvl1pPr>
            <a:lvl2pPr>
              <a:defRPr sz="2925" b="1">
                <a:solidFill>
                  <a:srgbClr val="152B2B"/>
                </a:solidFill>
                <a:latin typeface="Calibri"/>
                <a:ea typeface="Calibri"/>
                <a:cs typeface="Calibri"/>
              </a:defRPr>
            </a:lvl2pPr>
            <a:lvl3pPr>
              <a:defRPr sz="2925" b="1">
                <a:solidFill>
                  <a:srgbClr val="152B2B"/>
                </a:solidFill>
                <a:latin typeface="Calibri"/>
                <a:ea typeface="Calibri"/>
                <a:cs typeface="Calibri"/>
              </a:defRPr>
            </a:lvl3pPr>
            <a:lvl4pPr>
              <a:defRPr sz="2925" b="1">
                <a:solidFill>
                  <a:srgbClr val="152B2B"/>
                </a:solidFill>
                <a:latin typeface="Calibri"/>
                <a:ea typeface="Calibri"/>
                <a:cs typeface="Calibri"/>
              </a:defRPr>
            </a:lvl4pPr>
            <a:lvl5pPr>
              <a:defRPr sz="2925" b="1">
                <a:solidFill>
                  <a:srgbClr val="152B2B"/>
                </a:solidFill>
                <a:latin typeface="Calibri"/>
                <a:ea typeface="Calibri"/>
                <a:cs typeface="Calibri"/>
              </a:defRPr>
            </a:lvl5pPr>
            <a:lvl6pPr>
              <a:defRPr sz="2925" b="1">
                <a:solidFill>
                  <a:srgbClr val="152B2B"/>
                </a:solidFill>
                <a:latin typeface="Calibri"/>
                <a:ea typeface="Calibri"/>
                <a:cs typeface="Calibri"/>
              </a:defRPr>
            </a:lvl6pPr>
            <a:lvl7pPr>
              <a:defRPr sz="2925" b="1">
                <a:solidFill>
                  <a:srgbClr val="152B2B"/>
                </a:solidFill>
                <a:latin typeface="Calibri"/>
                <a:ea typeface="Calibri"/>
                <a:cs typeface="Calibri"/>
              </a:defRPr>
            </a:lvl7pPr>
            <a:lvl8pPr>
              <a:defRPr sz="2925" b="1">
                <a:solidFill>
                  <a:srgbClr val="152B2B"/>
                </a:solidFill>
                <a:latin typeface="Calibri"/>
                <a:ea typeface="Calibri"/>
                <a:cs typeface="Calibri"/>
              </a:defRPr>
            </a:lvl8pPr>
            <a:lvl9pPr>
              <a:defRPr sz="2925" b="1">
                <a:solidFill>
                  <a:srgbClr val="152B2B"/>
                </a:solidFill>
                <a:latin typeface="Calibri"/>
                <a:ea typeface="Calibri"/>
                <a:cs typeface="Calibri"/>
              </a:defRPr>
            </a:lvl9pPr>
          </a:lstStyle>
          <a:p xmlns:a="http://schemas.openxmlformats.org/drawingml/2006/main">
            <a:pPr>
              <a:defRPr sz="2925" b="1">
                <a:solidFill>
                  <a:srgbClr val="152B2B"/>
                </a:solidFill>
                <a:latin typeface="Calibri"/>
                <a:ea typeface="Calibri"/>
                <a:cs typeface="Calibri"/>
              </a:defRPr>
            </a:pPr>
            <a:r>
              <a:rPr sz="2925" b="1">
                <a:solidFill>
                  <a:srgbClr val="152B2B"/>
                </a:solidFill>
                <a:latin typeface="Calibri"/>
                <a:ea typeface="Calibri"/>
                <a:cs typeface="Calibri"/>
              </a:rPr>
              <a:t>248 / 256</a:t>
            </a:r>
          </a:p>
        </p:txBody>
      </p:sp>
      <p:sp>
        <p:nvSpPr>
          <p:cNvPr id="9" name="Qwen, eight abstentions">
            <a:extLst xmlns:a="http://schemas.openxmlformats.org/drawingml/2006/main">
              <a:ext uri="{FF2B5EF4-FFF2-40B4-BE49-F238E27FC236}">
                <a16:creationId xmlns:a16="http://schemas.microsoft.com/office/drawing/2014/main" id="{A3632734-62C4-4D2F-BC89-B6E330E78746}"/>
              </a:ext>
            </a:extLst>
          </p:cNvPr>
          <p:cNvSpPr>
            <a:spLocks xmlns:a="http://schemas.openxmlformats.org/drawingml/2006/main" noGrp="1"/>
          </p:cNvSpPr>
          <p:nvPr/>
        </p:nvSpPr>
        <p:spPr>
          <a:xfrm xmlns:a="http://schemas.openxmlformats.org/drawingml/2006/main">
            <a:off x="8486775" y="39433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Qwen, eight abstentions</a:t>
            </a:r>
          </a:p>
        </p:txBody>
      </p:sp>
      <p:sp>
        <p:nvSpPr>
          <p:cNvPr id="10" name="Warm median latency">
            <a:extLst xmlns:a="http://schemas.openxmlformats.org/drawingml/2006/main">
              <a:ext uri="{FF2B5EF4-FFF2-40B4-BE49-F238E27FC236}">
                <a16:creationId xmlns:a16="http://schemas.microsoft.com/office/drawing/2014/main" id="{22FB9C36-6642-4DC2-8629-23FD04139B6D}"/>
              </a:ext>
            </a:extLst>
          </p:cNvPr>
          <p:cNvSpPr>
            <a:spLocks xmlns:a="http://schemas.openxmlformats.org/drawingml/2006/main" noGrp="1"/>
          </p:cNvSpPr>
          <p:nvPr/>
        </p:nvSpPr>
        <p:spPr>
          <a:xfrm xmlns:a="http://schemas.openxmlformats.org/drawingml/2006/main">
            <a:off x="8486775" y="49244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Warm median latency</a:t>
            </a:r>
          </a:p>
        </p:txBody>
      </p:sp>
      <p:sp>
        <p:nvSpPr>
          <p:cNvPr id="11" name="15.94 s vs 1.12 s">
            <a:extLst xmlns:a="http://schemas.openxmlformats.org/drawingml/2006/main">
              <a:ext uri="{FF2B5EF4-FFF2-40B4-BE49-F238E27FC236}">
                <a16:creationId xmlns:a16="http://schemas.microsoft.com/office/drawing/2014/main" id="{9A9694C9-627C-4A97-A5AF-34308C0A2BCE}"/>
              </a:ext>
            </a:extLst>
          </p:cNvPr>
          <p:cNvSpPr>
            <a:spLocks xmlns:a="http://schemas.openxmlformats.org/drawingml/2006/main" noGrp="1"/>
          </p:cNvSpPr>
          <p:nvPr/>
        </p:nvSpPr>
        <p:spPr>
          <a:xfrm xmlns:a="http://schemas.openxmlformats.org/drawingml/2006/main">
            <a:off x="8486775" y="531495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52B2B"/>
                </a:solidFill>
                <a:latin typeface="Calibri"/>
                <a:ea typeface="Calibri"/>
                <a:cs typeface="Calibri"/>
              </a:defRPr>
            </a:defPPr>
            <a:lvl1pPr>
              <a:defRPr sz="2325" b="1">
                <a:solidFill>
                  <a:srgbClr val="152B2B"/>
                </a:solidFill>
                <a:latin typeface="Calibri"/>
                <a:ea typeface="Calibri"/>
                <a:cs typeface="Calibri"/>
              </a:defRPr>
            </a:lvl1pPr>
            <a:lvl2pPr>
              <a:defRPr sz="2325" b="1">
                <a:solidFill>
                  <a:srgbClr val="152B2B"/>
                </a:solidFill>
                <a:latin typeface="Calibri"/>
                <a:ea typeface="Calibri"/>
                <a:cs typeface="Calibri"/>
              </a:defRPr>
            </a:lvl2pPr>
            <a:lvl3pPr>
              <a:defRPr sz="2325" b="1">
                <a:solidFill>
                  <a:srgbClr val="152B2B"/>
                </a:solidFill>
                <a:latin typeface="Calibri"/>
                <a:ea typeface="Calibri"/>
                <a:cs typeface="Calibri"/>
              </a:defRPr>
            </a:lvl3pPr>
            <a:lvl4pPr>
              <a:defRPr sz="2325" b="1">
                <a:solidFill>
                  <a:srgbClr val="152B2B"/>
                </a:solidFill>
                <a:latin typeface="Calibri"/>
                <a:ea typeface="Calibri"/>
                <a:cs typeface="Calibri"/>
              </a:defRPr>
            </a:lvl4pPr>
            <a:lvl5pPr>
              <a:defRPr sz="2325" b="1">
                <a:solidFill>
                  <a:srgbClr val="152B2B"/>
                </a:solidFill>
                <a:latin typeface="Calibri"/>
                <a:ea typeface="Calibri"/>
                <a:cs typeface="Calibri"/>
              </a:defRPr>
            </a:lvl5pPr>
            <a:lvl6pPr>
              <a:defRPr sz="2325" b="1">
                <a:solidFill>
                  <a:srgbClr val="152B2B"/>
                </a:solidFill>
                <a:latin typeface="Calibri"/>
                <a:ea typeface="Calibri"/>
                <a:cs typeface="Calibri"/>
              </a:defRPr>
            </a:lvl6pPr>
            <a:lvl7pPr>
              <a:defRPr sz="2325" b="1">
                <a:solidFill>
                  <a:srgbClr val="152B2B"/>
                </a:solidFill>
                <a:latin typeface="Calibri"/>
                <a:ea typeface="Calibri"/>
                <a:cs typeface="Calibri"/>
              </a:defRPr>
            </a:lvl7pPr>
            <a:lvl8pPr>
              <a:defRPr sz="2325" b="1">
                <a:solidFill>
                  <a:srgbClr val="152B2B"/>
                </a:solidFill>
                <a:latin typeface="Calibri"/>
                <a:ea typeface="Calibri"/>
                <a:cs typeface="Calibri"/>
              </a:defRPr>
            </a:lvl8pPr>
            <a:lvl9pPr>
              <a:defRPr sz="2325" b="1">
                <a:solidFill>
                  <a:srgbClr val="152B2B"/>
                </a:solidFill>
                <a:latin typeface="Calibri"/>
                <a:ea typeface="Calibri"/>
                <a:cs typeface="Calibri"/>
              </a:defRPr>
            </a:lvl9pPr>
          </a:lstStyle>
          <a:p xmlns:a="http://schemas.openxmlformats.org/drawingml/2006/main">
            <a:pPr>
              <a:defRPr sz="2325" b="1">
                <a:solidFill>
                  <a:srgbClr val="152B2B"/>
                </a:solidFill>
                <a:latin typeface="Calibri"/>
                <a:ea typeface="Calibri"/>
                <a:cs typeface="Calibri"/>
              </a:defRPr>
            </a:pPr>
            <a:r>
              <a:rPr sz="2325" b="1">
                <a:solidFill>
                  <a:srgbClr val="152B2B"/>
                </a:solidFill>
                <a:latin typeface="Calibri"/>
                <a:ea typeface="Calibri"/>
                <a:cs typeface="Calibri"/>
              </a:rPr>
              <a:t>15.94 s vs 1.12 s</a:t>
            </a:r>
          </a:p>
        </p:txBody>
      </p:sp>
      <p:sp>
        <p:nvSpPr>
          <p:cNvPr id="12" name="Main difference +3.125 pp, 95% lineage interv">
            <a:extLst xmlns:a="http://schemas.openxmlformats.org/drawingml/2006/main">
              <a:ext uri="{FF2B5EF4-FFF2-40B4-BE49-F238E27FC236}">
                <a16:creationId xmlns:a16="http://schemas.microsoft.com/office/drawing/2014/main" id="{B3D070CE-06C2-4237-BEFA-BC76C5B58E97}"/>
              </a:ext>
            </a:extLst>
          </p:cNvPr>
          <p:cNvSpPr>
            <a:spLocks xmlns:a="http://schemas.openxmlformats.org/drawingml/2006/main" noGrp="1"/>
          </p:cNvSpPr>
          <p:nvPr/>
        </p:nvSpPr>
        <p:spPr>
          <a:xfrm xmlns:a="http://schemas.openxmlformats.org/drawingml/2006/main">
            <a:off x="666750" y="6000750"/>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Main difference +3.125 pp, 95% lineage interval +1.56 to +5.08 pp. Three hop interval includes zero.</a:t>
            </a:r>
          </a:p>
        </p:txBody>
      </p:sp>
    </p:spTree>
    <p:extLst>
      <p:ext uri="{BB962C8B-B14F-4D97-AF65-F5344CB8AC3E}">
        <p14:creationId xmlns:p14="http://schemas.microsoft.com/office/powerpoint/2010/main" val="1752491143"/>
      </p:ext>
    </p:extLst>
  </p:cSld>
</p:sld>
</file>

<file path=ppt/slides/slide9.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The website makes changes inspectable">
            <a:extLst xmlns:a="http://schemas.openxmlformats.org/drawingml/2006/main">
              <a:ext uri="{FF2B5EF4-FFF2-40B4-BE49-F238E27FC236}">
                <a16:creationId xmlns:a16="http://schemas.microsoft.com/office/drawing/2014/main" id="{5ACDFBEB-2292-48F9-A4DD-52BE4E757642}"/>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The website makes changes inspectable</a:t>
            </a:r>
          </a:p>
        </p:txBody>
      </p:sp>
      <p:sp>
        <p:nvSpPr>
          <p:cNvPr id="3" name="09">
            <a:extLst xmlns:a="http://schemas.openxmlformats.org/drawingml/2006/main">
              <a:ext uri="{FF2B5EF4-FFF2-40B4-BE49-F238E27FC236}">
                <a16:creationId xmlns:a16="http://schemas.microsoft.com/office/drawing/2014/main" id="{34EB0D3F-5AB2-4BCC-94FF-A6931CFDBEA8}"/>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09</a:t>
            </a:r>
          </a:p>
        </p:txBody>
      </p:sp>
      <p:pic>
        <p:nvPicPr>
          <p:cNvPr id="4" name="">
            <a:extLst xmlns:a="http://schemas.openxmlformats.org/drawingml/2006/main">
              <a:ext uri="{FF2B5EF4-FFF2-40B4-BE49-F238E27FC236}">
                <a16:creationId xmlns:a16="http://schemas.microsoft.com/office/drawing/2014/main" id="{7C75F203-F9B5-46DD-A458-E434F355C125}"/>
              </a:ext>
            </a:extLst>
          </p:cNvPr>
          <p:cNvPicPr>
            <a:picLocks xmlns:a="http://schemas.openxmlformats.org/drawingml/2006/main" noChangeAspect="1"/>
          </p:cNvPicPr>
          <p:nvPr/>
        </p:nvPicPr>
        <p:blipFill>
          <a:blip xmlns:r="http://schemas.openxmlformats.org/officeDocument/2006/relationships" xmlns:a="http://schemas.openxmlformats.org/drawingml/2006/main" r:embed="R1c9fdd8ff33d4619"/>
          <a:stretch xmlns:a="http://schemas.openxmlformats.org/drawingml/2006/main"/>
        </p:blipFill>
        <p:spPr>
          <a:xfrm xmlns:a="http://schemas.openxmlformats.org/drawingml/2006/main">
            <a:off x="866169" y="1400175"/>
            <a:ext cx="4106487" cy="4829175"/>
          </a:xfrm>
          <a:prstGeom xmlns:a="http://schemas.openxmlformats.org/drawingml/2006/main" prst="rect">
            <a:avLst/>
          </a:prstGeom>
        </p:spPr>
      </p:pic>
      <p:sp>
        <p:nvSpPr>
          <p:cNvPr id="5" name="1">
            <a:extLst xmlns:a="http://schemas.openxmlformats.org/drawingml/2006/main">
              <a:ext uri="{FF2B5EF4-FFF2-40B4-BE49-F238E27FC236}">
                <a16:creationId xmlns:a16="http://schemas.microsoft.com/office/drawing/2014/main" id="{8E039A60-D54B-4E83-A443-60C0DB6B4C20}"/>
              </a:ext>
            </a:extLst>
          </p:cNvPr>
          <p:cNvSpPr>
            <a:spLocks xmlns:a="http://schemas.openxmlformats.org/drawingml/2006/main" noGrp="1"/>
          </p:cNvSpPr>
          <p:nvPr/>
        </p:nvSpPr>
        <p:spPr>
          <a:xfrm xmlns:a="http://schemas.openxmlformats.org/drawingml/2006/main">
            <a:off x="5762625" y="1724025"/>
            <a:ext cx="42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1</a:t>
            </a:r>
          </a:p>
        </p:txBody>
      </p:sp>
      <p:sp>
        <p:nvSpPr>
          <p:cNvPr id="6" name="Ask the original office question">
            <a:extLst xmlns:a="http://schemas.openxmlformats.org/drawingml/2006/main">
              <a:ext uri="{FF2B5EF4-FFF2-40B4-BE49-F238E27FC236}">
                <a16:creationId xmlns:a16="http://schemas.microsoft.com/office/drawing/2014/main" id="{CAC0B374-9667-4EE0-BC16-CF2634EA8F12}"/>
              </a:ext>
            </a:extLst>
          </p:cNvPr>
          <p:cNvSpPr>
            <a:spLocks xmlns:a="http://schemas.openxmlformats.org/drawingml/2006/main" noGrp="1"/>
          </p:cNvSpPr>
          <p:nvPr/>
        </p:nvSpPr>
        <p:spPr>
          <a:xfrm xmlns:a="http://schemas.openxmlformats.org/drawingml/2006/main">
            <a:off x="6381750" y="1724025"/>
            <a:ext cx="5048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Ask the original office question</a:t>
            </a:r>
          </a:p>
        </p:txBody>
      </p:sp>
      <p:sp>
        <p:nvSpPr>
          <p:cNvPr id="7" name="2">
            <a:extLst xmlns:a="http://schemas.openxmlformats.org/drawingml/2006/main">
              <a:ext uri="{FF2B5EF4-FFF2-40B4-BE49-F238E27FC236}">
                <a16:creationId xmlns:a16="http://schemas.microsoft.com/office/drawing/2014/main" id="{F17E0489-D32A-4A02-9AAE-161B1F1D98EC}"/>
              </a:ext>
            </a:extLst>
          </p:cNvPr>
          <p:cNvSpPr>
            <a:spLocks xmlns:a="http://schemas.openxmlformats.org/drawingml/2006/main" noGrp="1"/>
          </p:cNvSpPr>
          <p:nvPr/>
        </p:nvSpPr>
        <p:spPr>
          <a:xfrm xmlns:a="http://schemas.openxmlformats.org/drawingml/2006/main">
            <a:off x="5762625" y="2590800"/>
            <a:ext cx="42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2</a:t>
            </a:r>
          </a:p>
        </p:txBody>
      </p:sp>
      <p:sp>
        <p:nvSpPr>
          <p:cNvPr id="8" name="Approve the ownership replacement">
            <a:extLst xmlns:a="http://schemas.openxmlformats.org/drawingml/2006/main">
              <a:ext uri="{FF2B5EF4-FFF2-40B4-BE49-F238E27FC236}">
                <a16:creationId xmlns:a16="http://schemas.microsoft.com/office/drawing/2014/main" id="{E48F1466-DF1E-4B1A-AADF-6D5EDA557AD5}"/>
              </a:ext>
            </a:extLst>
          </p:cNvPr>
          <p:cNvSpPr>
            <a:spLocks xmlns:a="http://schemas.openxmlformats.org/drawingml/2006/main" noGrp="1"/>
          </p:cNvSpPr>
          <p:nvPr/>
        </p:nvSpPr>
        <p:spPr>
          <a:xfrm xmlns:a="http://schemas.openxmlformats.org/drawingml/2006/main">
            <a:off x="6381750" y="2590800"/>
            <a:ext cx="5048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Approve the ownership replacement</a:t>
            </a:r>
          </a:p>
        </p:txBody>
      </p:sp>
      <p:sp>
        <p:nvSpPr>
          <p:cNvPr id="9" name="3">
            <a:extLst xmlns:a="http://schemas.openxmlformats.org/drawingml/2006/main">
              <a:ext uri="{FF2B5EF4-FFF2-40B4-BE49-F238E27FC236}">
                <a16:creationId xmlns:a16="http://schemas.microsoft.com/office/drawing/2014/main" id="{5719A81A-F949-4DD5-B1E1-CB9BC27353C6}"/>
              </a:ext>
            </a:extLst>
          </p:cNvPr>
          <p:cNvSpPr>
            <a:spLocks xmlns:a="http://schemas.openxmlformats.org/drawingml/2006/main" noGrp="1"/>
          </p:cNvSpPr>
          <p:nvPr/>
        </p:nvSpPr>
        <p:spPr>
          <a:xfrm xmlns:a="http://schemas.openxmlformats.org/drawingml/2006/main">
            <a:off x="5762625" y="3457575"/>
            <a:ext cx="42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3</a:t>
            </a:r>
          </a:p>
        </p:txBody>
      </p:sp>
      <p:sp>
        <p:nvSpPr>
          <p:cNvPr id="10" name="Check paraphrases and unaffected facts">
            <a:extLst xmlns:a="http://schemas.openxmlformats.org/drawingml/2006/main">
              <a:ext uri="{FF2B5EF4-FFF2-40B4-BE49-F238E27FC236}">
                <a16:creationId xmlns:a16="http://schemas.microsoft.com/office/drawing/2014/main" id="{B221AE26-8967-47A4-9003-62E7B1FAD7F3}"/>
              </a:ext>
            </a:extLst>
          </p:cNvPr>
          <p:cNvSpPr>
            <a:spLocks xmlns:a="http://schemas.openxmlformats.org/drawingml/2006/main" noGrp="1"/>
          </p:cNvSpPr>
          <p:nvPr/>
        </p:nvSpPr>
        <p:spPr>
          <a:xfrm xmlns:a="http://schemas.openxmlformats.org/drawingml/2006/main">
            <a:off x="6381750" y="3457575"/>
            <a:ext cx="5048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Check paraphrases and unaffected facts</a:t>
            </a:r>
          </a:p>
        </p:txBody>
      </p:sp>
      <p:sp>
        <p:nvSpPr>
          <p:cNvPr id="11" name="4">
            <a:extLst xmlns:a="http://schemas.openxmlformats.org/drawingml/2006/main">
              <a:ext uri="{FF2B5EF4-FFF2-40B4-BE49-F238E27FC236}">
                <a16:creationId xmlns:a16="http://schemas.microsoft.com/office/drawing/2014/main" id="{0DDFD73A-42CA-4A30-9F15-7E8E5C2E9FB7}"/>
              </a:ext>
            </a:extLst>
          </p:cNvPr>
          <p:cNvSpPr>
            <a:spLocks xmlns:a="http://schemas.openxmlformats.org/drawingml/2006/main" noGrp="1"/>
          </p:cNvSpPr>
          <p:nvPr/>
        </p:nvSpPr>
        <p:spPr>
          <a:xfrm xmlns:a="http://schemas.openxmlformats.org/drawingml/2006/main">
            <a:off x="5762625" y="4324350"/>
            <a:ext cx="42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4</a:t>
            </a:r>
          </a:p>
        </p:txBody>
      </p:sp>
      <p:sp>
        <p:nvSpPr>
          <p:cNvPr id="12" name="Compare history and roll back">
            <a:extLst xmlns:a="http://schemas.openxmlformats.org/drawingml/2006/main">
              <a:ext uri="{FF2B5EF4-FFF2-40B4-BE49-F238E27FC236}">
                <a16:creationId xmlns:a16="http://schemas.microsoft.com/office/drawing/2014/main" id="{B7E477EF-0C42-45CF-B7FA-320578DCA3E9}"/>
              </a:ext>
            </a:extLst>
          </p:cNvPr>
          <p:cNvSpPr>
            <a:spLocks xmlns:a="http://schemas.openxmlformats.org/drawingml/2006/main" noGrp="1"/>
          </p:cNvSpPr>
          <p:nvPr/>
        </p:nvSpPr>
        <p:spPr>
          <a:xfrm xmlns:a="http://schemas.openxmlformats.org/drawingml/2006/main">
            <a:off x="6381750" y="4324350"/>
            <a:ext cx="5048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Compare history and roll back</a:t>
            </a:r>
          </a:p>
        </p:txBody>
      </p:sp>
      <p:sp>
        <p:nvSpPr>
          <p:cNvPr id="13" name="14/14 model answers and 12 consistency checks">
            <a:extLst xmlns:a="http://schemas.openxmlformats.org/drawingml/2006/main">
              <a:ext uri="{FF2B5EF4-FFF2-40B4-BE49-F238E27FC236}">
                <a16:creationId xmlns:a16="http://schemas.microsoft.com/office/drawing/2014/main" id="{AF6C0CAD-D69E-4F6D-AD42-281538C79EF0}"/>
              </a:ext>
            </a:extLst>
          </p:cNvPr>
          <p:cNvSpPr>
            <a:spLocks xmlns:a="http://schemas.openxmlformats.org/drawingml/2006/main" noGrp="1"/>
          </p:cNvSpPr>
          <p:nvPr/>
        </p:nvSpPr>
        <p:spPr>
          <a:xfrm xmlns:a="http://schemas.openxmlformats.org/drawingml/2006/main">
            <a:off x="5762625" y="5400675"/>
            <a:ext cx="5667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14/14 model answers and 12 consistency checks passed in the finite website workload.</a:t>
            </a:r>
          </a:p>
        </p:txBody>
      </p:sp>
    </p:spTree>
    <p:extLst>
      <p:ext uri="{BB962C8B-B14F-4D97-AF65-F5344CB8AC3E}">
        <p14:creationId xmlns:p14="http://schemas.microsoft.com/office/powerpoint/2010/main" val="1213795290"/>
      </p:ext>
    </p:extLst>
  </p:cSld>
</p:sld>
</file>

<file path=ppt/slides/slide10.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What the evidence supports">
            <a:extLst xmlns:a="http://schemas.openxmlformats.org/drawingml/2006/main">
              <a:ext uri="{FF2B5EF4-FFF2-40B4-BE49-F238E27FC236}">
                <a16:creationId xmlns:a16="http://schemas.microsoft.com/office/drawing/2014/main" id="{FF850A6E-79B7-4B4E-BA0B-FCA981EE5F83}"/>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What the evidence supports</a:t>
            </a:r>
          </a:p>
        </p:txBody>
      </p:sp>
      <p:sp>
        <p:nvSpPr>
          <p:cNvPr id="3" name="10">
            <a:extLst xmlns:a="http://schemas.openxmlformats.org/drawingml/2006/main">
              <a:ext uri="{FF2B5EF4-FFF2-40B4-BE49-F238E27FC236}">
                <a16:creationId xmlns:a16="http://schemas.microsoft.com/office/drawing/2014/main" id="{48FFCD84-AE7F-485E-A82E-0DC9E1F8EFF9}"/>
              </a:ext>
            </a:extLst>
          </p:cNvPr>
          <p:cNvSpPr>
            <a:spLocks xmlns:a="http://schemas.openxmlformats.org/drawingml/2006/main" noGrp="1"/>
          </p:cNvSpPr>
          <p:nvPr/>
        </p:nvSpPr>
        <p:spPr>
          <a:xfrm xmlns:a="http://schemas.openxmlformats.org/drawingml/2006/main">
            <a:off x="11277600" y="63341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10</a:t>
            </a:r>
          </a:p>
        </p:txBody>
      </p:sp>
      <p:sp>
        <p:nvSpPr>
          <p:cNvPr id="4" name="A working correction and rollback platform">
            <a:extLst xmlns:a="http://schemas.openxmlformats.org/drawingml/2006/main">
              <a:ext uri="{FF2B5EF4-FFF2-40B4-BE49-F238E27FC236}">
                <a16:creationId xmlns:a16="http://schemas.microsoft.com/office/drawing/2014/main" id="{42B02922-62E2-4AD6-BFBA-7C2952E943A4}"/>
              </a:ext>
            </a:extLst>
          </p:cNvPr>
          <p:cNvSpPr>
            <a:spLocks xmlns:a="http://schemas.openxmlformats.org/drawingml/2006/main" noGrp="1"/>
          </p:cNvSpPr>
          <p:nvPr/>
        </p:nvSpPr>
        <p:spPr>
          <a:xfrm xmlns:a="http://schemas.openxmlformats.org/drawingml/2006/main">
            <a:off x="666750" y="17049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26766D"/>
                </a:solidFill>
                <a:latin typeface="Calibri"/>
                <a:ea typeface="Calibri"/>
                <a:cs typeface="Calibri"/>
              </a:defRPr>
            </a:defPPr>
            <a:lvl1pPr>
              <a:defRPr sz="2775" b="1">
                <a:solidFill>
                  <a:srgbClr val="26766D"/>
                </a:solidFill>
                <a:latin typeface="Calibri"/>
                <a:ea typeface="Calibri"/>
                <a:cs typeface="Calibri"/>
              </a:defRPr>
            </a:lvl1pPr>
            <a:lvl2pPr>
              <a:defRPr sz="2775" b="1">
                <a:solidFill>
                  <a:srgbClr val="26766D"/>
                </a:solidFill>
                <a:latin typeface="Calibri"/>
                <a:ea typeface="Calibri"/>
                <a:cs typeface="Calibri"/>
              </a:defRPr>
            </a:lvl2pPr>
            <a:lvl3pPr>
              <a:defRPr sz="2775" b="1">
                <a:solidFill>
                  <a:srgbClr val="26766D"/>
                </a:solidFill>
                <a:latin typeface="Calibri"/>
                <a:ea typeface="Calibri"/>
                <a:cs typeface="Calibri"/>
              </a:defRPr>
            </a:lvl3pPr>
            <a:lvl4pPr>
              <a:defRPr sz="2775" b="1">
                <a:solidFill>
                  <a:srgbClr val="26766D"/>
                </a:solidFill>
                <a:latin typeface="Calibri"/>
                <a:ea typeface="Calibri"/>
                <a:cs typeface="Calibri"/>
              </a:defRPr>
            </a:lvl4pPr>
            <a:lvl5pPr>
              <a:defRPr sz="2775" b="1">
                <a:solidFill>
                  <a:srgbClr val="26766D"/>
                </a:solidFill>
                <a:latin typeface="Calibri"/>
                <a:ea typeface="Calibri"/>
                <a:cs typeface="Calibri"/>
              </a:defRPr>
            </a:lvl5pPr>
            <a:lvl6pPr>
              <a:defRPr sz="2775" b="1">
                <a:solidFill>
                  <a:srgbClr val="26766D"/>
                </a:solidFill>
                <a:latin typeface="Calibri"/>
                <a:ea typeface="Calibri"/>
                <a:cs typeface="Calibri"/>
              </a:defRPr>
            </a:lvl6pPr>
            <a:lvl7pPr>
              <a:defRPr sz="2775" b="1">
                <a:solidFill>
                  <a:srgbClr val="26766D"/>
                </a:solidFill>
                <a:latin typeface="Calibri"/>
                <a:ea typeface="Calibri"/>
                <a:cs typeface="Calibri"/>
              </a:defRPr>
            </a:lvl7pPr>
            <a:lvl8pPr>
              <a:defRPr sz="2775" b="1">
                <a:solidFill>
                  <a:srgbClr val="26766D"/>
                </a:solidFill>
                <a:latin typeface="Calibri"/>
                <a:ea typeface="Calibri"/>
                <a:cs typeface="Calibri"/>
              </a:defRPr>
            </a:lvl8pPr>
            <a:lvl9pPr>
              <a:defRPr sz="2775" b="1">
                <a:solidFill>
                  <a:srgbClr val="26766D"/>
                </a:solidFill>
                <a:latin typeface="Calibri"/>
                <a:ea typeface="Calibri"/>
                <a:cs typeface="Calibri"/>
              </a:defRPr>
            </a:lvl9pPr>
          </a:lstStyle>
          <a:p xmlns:a="http://schemas.openxmlformats.org/drawingml/2006/main">
            <a:pPr>
              <a:defRPr sz="2775" b="1">
                <a:solidFill>
                  <a:srgbClr val="26766D"/>
                </a:solidFill>
                <a:latin typeface="Calibri"/>
                <a:ea typeface="Calibri"/>
                <a:cs typeface="Calibri"/>
              </a:defRPr>
            </a:pPr>
            <a:r>
              <a:rPr sz="2775" b="1">
                <a:solidFill>
                  <a:srgbClr val="26766D"/>
                </a:solidFill>
                <a:latin typeface="Calibri"/>
                <a:ea typeface="Calibri"/>
                <a:cs typeface="Calibri"/>
              </a:rPr>
              <a:t>A working correction and rollback platform</a:t>
            </a:r>
          </a:p>
        </p:txBody>
      </p:sp>
      <p:sp>
        <p:nvSpPr>
          <p:cNvPr id="5" name="Approved memory supports connected answers wi">
            <a:extLst xmlns:a="http://schemas.openxmlformats.org/drawingml/2006/main">
              <a:ext uri="{FF2B5EF4-FFF2-40B4-BE49-F238E27FC236}">
                <a16:creationId xmlns:a16="http://schemas.microsoft.com/office/drawing/2014/main" id="{C8DD506C-B511-44FE-959E-D0B6C5BFBA8C}"/>
              </a:ext>
            </a:extLst>
          </p:cNvPr>
          <p:cNvSpPr>
            <a:spLocks xmlns:a="http://schemas.openxmlformats.org/drawingml/2006/main" noGrp="1"/>
          </p:cNvSpPr>
          <p:nvPr/>
        </p:nvSpPr>
        <p:spPr>
          <a:xfrm xmlns:a="http://schemas.openxmlformats.org/drawingml/2006/main">
            <a:off x="666750" y="23622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Approved memory supports connected answers with visible history.</a:t>
            </a:r>
          </a:p>
        </p:txBody>
      </p:sp>
      <p:sp>
        <p:nvSpPr>
          <p:cNvPr id="6" name="100% describes these controlled main tests">
            <a:extLst xmlns:a="http://schemas.openxmlformats.org/drawingml/2006/main">
              <a:ext uri="{FF2B5EF4-FFF2-40B4-BE49-F238E27FC236}">
                <a16:creationId xmlns:a16="http://schemas.microsoft.com/office/drawing/2014/main" id="{F50878E5-98DA-47CA-BCF4-E2E1A0B258FC}"/>
              </a:ext>
            </a:extLst>
          </p:cNvPr>
          <p:cNvSpPr>
            <a:spLocks xmlns:a="http://schemas.openxmlformats.org/drawingml/2006/main" noGrp="1"/>
          </p:cNvSpPr>
          <p:nvPr/>
        </p:nvSpPr>
        <p:spPr>
          <a:xfrm xmlns:a="http://schemas.openxmlformats.org/drawingml/2006/main">
            <a:off x="666750" y="35147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152B2B"/>
                </a:solidFill>
                <a:latin typeface="Calibri"/>
                <a:ea typeface="Calibri"/>
                <a:cs typeface="Calibri"/>
              </a:defRPr>
            </a:defPPr>
            <a:lvl1pPr>
              <a:defRPr sz="2775" b="1">
                <a:solidFill>
                  <a:srgbClr val="152B2B"/>
                </a:solidFill>
                <a:latin typeface="Calibri"/>
                <a:ea typeface="Calibri"/>
                <a:cs typeface="Calibri"/>
              </a:defRPr>
            </a:lvl1pPr>
            <a:lvl2pPr>
              <a:defRPr sz="2775" b="1">
                <a:solidFill>
                  <a:srgbClr val="152B2B"/>
                </a:solidFill>
                <a:latin typeface="Calibri"/>
                <a:ea typeface="Calibri"/>
                <a:cs typeface="Calibri"/>
              </a:defRPr>
            </a:lvl2pPr>
            <a:lvl3pPr>
              <a:defRPr sz="2775" b="1">
                <a:solidFill>
                  <a:srgbClr val="152B2B"/>
                </a:solidFill>
                <a:latin typeface="Calibri"/>
                <a:ea typeface="Calibri"/>
                <a:cs typeface="Calibri"/>
              </a:defRPr>
            </a:lvl3pPr>
            <a:lvl4pPr>
              <a:defRPr sz="2775" b="1">
                <a:solidFill>
                  <a:srgbClr val="152B2B"/>
                </a:solidFill>
                <a:latin typeface="Calibri"/>
                <a:ea typeface="Calibri"/>
                <a:cs typeface="Calibri"/>
              </a:defRPr>
            </a:lvl4pPr>
            <a:lvl5pPr>
              <a:defRPr sz="2775" b="1">
                <a:solidFill>
                  <a:srgbClr val="152B2B"/>
                </a:solidFill>
                <a:latin typeface="Calibri"/>
                <a:ea typeface="Calibri"/>
                <a:cs typeface="Calibri"/>
              </a:defRPr>
            </a:lvl5pPr>
            <a:lvl6pPr>
              <a:defRPr sz="2775" b="1">
                <a:solidFill>
                  <a:srgbClr val="152B2B"/>
                </a:solidFill>
                <a:latin typeface="Calibri"/>
                <a:ea typeface="Calibri"/>
                <a:cs typeface="Calibri"/>
              </a:defRPr>
            </a:lvl6pPr>
            <a:lvl7pPr>
              <a:defRPr sz="2775" b="1">
                <a:solidFill>
                  <a:srgbClr val="152B2B"/>
                </a:solidFill>
                <a:latin typeface="Calibri"/>
                <a:ea typeface="Calibri"/>
                <a:cs typeface="Calibri"/>
              </a:defRPr>
            </a:lvl7pPr>
            <a:lvl8pPr>
              <a:defRPr sz="2775" b="1">
                <a:solidFill>
                  <a:srgbClr val="152B2B"/>
                </a:solidFill>
                <a:latin typeface="Calibri"/>
                <a:ea typeface="Calibri"/>
                <a:cs typeface="Calibri"/>
              </a:defRPr>
            </a:lvl8pPr>
            <a:lvl9pPr>
              <a:defRPr sz="2775" b="1">
                <a:solidFill>
                  <a:srgbClr val="152B2B"/>
                </a:solidFill>
                <a:latin typeface="Calibri"/>
                <a:ea typeface="Calibri"/>
                <a:cs typeface="Calibri"/>
              </a:defRPr>
            </a:lvl9pPr>
          </a:lstStyle>
          <a:p xmlns:a="http://schemas.openxmlformats.org/drawingml/2006/main">
            <a:pPr>
              <a:defRPr sz="2775" b="1">
                <a:solidFill>
                  <a:srgbClr val="152B2B"/>
                </a:solidFill>
                <a:latin typeface="Calibri"/>
                <a:ea typeface="Calibri"/>
                <a:cs typeface="Calibri"/>
              </a:defRPr>
            </a:pPr>
            <a:r>
              <a:rPr sz="2775" b="1">
                <a:solidFill>
                  <a:srgbClr val="152B2B"/>
                </a:solidFill>
                <a:latin typeface="Calibri"/>
                <a:ea typeface="Calibri"/>
                <a:cs typeface="Calibri"/>
              </a:rPr>
              <a:t>100% describes these controlled main tests</a:t>
            </a:r>
          </a:p>
        </p:txBody>
      </p:sp>
      <p:sp>
        <p:nvSpPr>
          <p:cNvPr id="7" name="Small fact worlds, repeated templates and com">
            <a:extLst xmlns:a="http://schemas.openxmlformats.org/drawingml/2006/main">
              <a:ext uri="{FF2B5EF4-FFF2-40B4-BE49-F238E27FC236}">
                <a16:creationId xmlns:a16="http://schemas.microsoft.com/office/drawing/2014/main" id="{6B240CA8-D54B-4119-A57F-9554AF69B39D}"/>
              </a:ext>
            </a:extLst>
          </p:cNvPr>
          <p:cNvSpPr>
            <a:spLocks xmlns:a="http://schemas.openxmlformats.org/drawingml/2006/main" noGrp="1"/>
          </p:cNvSpPr>
          <p:nvPr/>
        </p:nvSpPr>
        <p:spPr>
          <a:xfrm xmlns:a="http://schemas.openxmlformats.org/drawingml/2006/main">
            <a:off x="666750" y="41719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526464"/>
                </a:solidFill>
                <a:latin typeface="Calibri"/>
                <a:ea typeface="Calibri"/>
                <a:cs typeface="Calibri"/>
              </a:defRPr>
            </a:defPPr>
            <a:lvl1pPr>
              <a:defRPr sz="2175" b="0">
                <a:solidFill>
                  <a:srgbClr val="526464"/>
                </a:solidFill>
                <a:latin typeface="Calibri"/>
                <a:ea typeface="Calibri"/>
                <a:cs typeface="Calibri"/>
              </a:defRPr>
            </a:lvl1pPr>
            <a:lvl2pPr>
              <a:defRPr sz="2175" b="0">
                <a:solidFill>
                  <a:srgbClr val="526464"/>
                </a:solidFill>
                <a:latin typeface="Calibri"/>
                <a:ea typeface="Calibri"/>
                <a:cs typeface="Calibri"/>
              </a:defRPr>
            </a:lvl2pPr>
            <a:lvl3pPr>
              <a:defRPr sz="2175" b="0">
                <a:solidFill>
                  <a:srgbClr val="526464"/>
                </a:solidFill>
                <a:latin typeface="Calibri"/>
                <a:ea typeface="Calibri"/>
                <a:cs typeface="Calibri"/>
              </a:defRPr>
            </a:lvl3pPr>
            <a:lvl4pPr>
              <a:defRPr sz="2175" b="0">
                <a:solidFill>
                  <a:srgbClr val="526464"/>
                </a:solidFill>
                <a:latin typeface="Calibri"/>
                <a:ea typeface="Calibri"/>
                <a:cs typeface="Calibri"/>
              </a:defRPr>
            </a:lvl4pPr>
            <a:lvl5pPr>
              <a:defRPr sz="2175" b="0">
                <a:solidFill>
                  <a:srgbClr val="526464"/>
                </a:solidFill>
                <a:latin typeface="Calibri"/>
                <a:ea typeface="Calibri"/>
                <a:cs typeface="Calibri"/>
              </a:defRPr>
            </a:lvl5pPr>
            <a:lvl6pPr>
              <a:defRPr sz="2175" b="0">
                <a:solidFill>
                  <a:srgbClr val="526464"/>
                </a:solidFill>
                <a:latin typeface="Calibri"/>
                <a:ea typeface="Calibri"/>
                <a:cs typeface="Calibri"/>
              </a:defRPr>
            </a:lvl6pPr>
            <a:lvl7pPr>
              <a:defRPr sz="2175" b="0">
                <a:solidFill>
                  <a:srgbClr val="526464"/>
                </a:solidFill>
                <a:latin typeface="Calibri"/>
                <a:ea typeface="Calibri"/>
                <a:cs typeface="Calibri"/>
              </a:defRPr>
            </a:lvl7pPr>
            <a:lvl8pPr>
              <a:defRPr sz="2175" b="0">
                <a:solidFill>
                  <a:srgbClr val="526464"/>
                </a:solidFill>
                <a:latin typeface="Calibri"/>
                <a:ea typeface="Calibri"/>
                <a:cs typeface="Calibri"/>
              </a:defRPr>
            </a:lvl8pPr>
            <a:lvl9pPr>
              <a:defRPr sz="2175" b="0">
                <a:solidFill>
                  <a:srgbClr val="526464"/>
                </a:solidFill>
                <a:latin typeface="Calibri"/>
                <a:ea typeface="Calibri"/>
                <a:cs typeface="Calibri"/>
              </a:defRPr>
            </a:lvl9pPr>
          </a:lstStyle>
          <a:p xmlns:a="http://schemas.openxmlformats.org/drawingml/2006/main">
            <a:pPr>
              <a:defRPr sz="2175" b="0">
                <a:solidFill>
                  <a:srgbClr val="526464"/>
                </a:solidFill>
                <a:latin typeface="Calibri"/>
                <a:ea typeface="Calibri"/>
                <a:cs typeface="Calibri"/>
              </a:defRPr>
            </a:pPr>
            <a:r>
              <a:rPr sz="2175" b="0">
                <a:solidFill>
                  <a:srgbClr val="526464"/>
                </a:solidFill>
                <a:latin typeface="Calibri"/>
                <a:ea typeface="Calibri"/>
                <a:cs typeface="Calibri"/>
              </a:rPr>
              <a:t>Small fact worlds, repeated templates and complete retrieved support limit generalisation.</a:t>
            </a:r>
          </a:p>
        </p:txBody>
      </p:sp>
      <p:sp>
        <p:nvSpPr>
          <p:cNvPr id="8" name="Our contribution">
            <a:extLst xmlns:a="http://schemas.openxmlformats.org/drawingml/2006/main">
              <a:ext uri="{FF2B5EF4-FFF2-40B4-BE49-F238E27FC236}">
                <a16:creationId xmlns:a16="http://schemas.microsoft.com/office/drawing/2014/main" id="{0B21A866-4FCF-4DF4-A71A-0023517A5E7C}"/>
              </a:ext>
            </a:extLst>
          </p:cNvPr>
          <p:cNvSpPr>
            <a:spLocks xmlns:a="http://schemas.openxmlformats.org/drawingml/2006/main" noGrp="1"/>
          </p:cNvSpPr>
          <p:nvPr/>
        </p:nvSpPr>
        <p:spPr>
          <a:xfrm xmlns:a="http://schemas.openxmlformats.org/drawingml/2006/main">
            <a:off x="666750" y="54483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6766D"/>
                </a:solidFill>
                <a:latin typeface="Calibri"/>
                <a:ea typeface="Calibri"/>
                <a:cs typeface="Calibri"/>
              </a:defRPr>
            </a:defPPr>
            <a:lvl1pPr>
              <a:defRPr sz="1950" b="1">
                <a:solidFill>
                  <a:srgbClr val="26766D"/>
                </a:solidFill>
                <a:latin typeface="Calibri"/>
                <a:ea typeface="Calibri"/>
                <a:cs typeface="Calibri"/>
              </a:defRPr>
            </a:lvl1pPr>
            <a:lvl2pPr>
              <a:defRPr sz="1950" b="1">
                <a:solidFill>
                  <a:srgbClr val="26766D"/>
                </a:solidFill>
                <a:latin typeface="Calibri"/>
                <a:ea typeface="Calibri"/>
                <a:cs typeface="Calibri"/>
              </a:defRPr>
            </a:lvl2pPr>
            <a:lvl3pPr>
              <a:defRPr sz="1950" b="1">
                <a:solidFill>
                  <a:srgbClr val="26766D"/>
                </a:solidFill>
                <a:latin typeface="Calibri"/>
                <a:ea typeface="Calibri"/>
                <a:cs typeface="Calibri"/>
              </a:defRPr>
            </a:lvl3pPr>
            <a:lvl4pPr>
              <a:defRPr sz="1950" b="1">
                <a:solidFill>
                  <a:srgbClr val="26766D"/>
                </a:solidFill>
                <a:latin typeface="Calibri"/>
                <a:ea typeface="Calibri"/>
                <a:cs typeface="Calibri"/>
              </a:defRPr>
            </a:lvl4pPr>
            <a:lvl5pPr>
              <a:defRPr sz="1950" b="1">
                <a:solidFill>
                  <a:srgbClr val="26766D"/>
                </a:solidFill>
                <a:latin typeface="Calibri"/>
                <a:ea typeface="Calibri"/>
                <a:cs typeface="Calibri"/>
              </a:defRPr>
            </a:lvl5pPr>
            <a:lvl6pPr>
              <a:defRPr sz="1950" b="1">
                <a:solidFill>
                  <a:srgbClr val="26766D"/>
                </a:solidFill>
                <a:latin typeface="Calibri"/>
                <a:ea typeface="Calibri"/>
                <a:cs typeface="Calibri"/>
              </a:defRPr>
            </a:lvl6pPr>
            <a:lvl7pPr>
              <a:defRPr sz="1950" b="1">
                <a:solidFill>
                  <a:srgbClr val="26766D"/>
                </a:solidFill>
                <a:latin typeface="Calibri"/>
                <a:ea typeface="Calibri"/>
                <a:cs typeface="Calibri"/>
              </a:defRPr>
            </a:lvl7pPr>
            <a:lvl8pPr>
              <a:defRPr sz="1950" b="1">
                <a:solidFill>
                  <a:srgbClr val="26766D"/>
                </a:solidFill>
                <a:latin typeface="Calibri"/>
                <a:ea typeface="Calibri"/>
                <a:cs typeface="Calibri"/>
              </a:defRPr>
            </a:lvl8pPr>
            <a:lvl9pPr>
              <a:defRPr sz="1950" b="1">
                <a:solidFill>
                  <a:srgbClr val="26766D"/>
                </a:solidFill>
                <a:latin typeface="Calibri"/>
                <a:ea typeface="Calibri"/>
                <a:cs typeface="Calibri"/>
              </a:defRPr>
            </a:lvl9pPr>
          </a:lstStyle>
          <a:p xmlns:a="http://schemas.openxmlformats.org/drawingml/2006/main">
            <a:pPr>
              <a:defRPr sz="1950" b="1">
                <a:solidFill>
                  <a:srgbClr val="26766D"/>
                </a:solidFill>
                <a:latin typeface="Calibri"/>
                <a:ea typeface="Calibri"/>
                <a:cs typeface="Calibri"/>
              </a:defRPr>
            </a:pPr>
            <a:r>
              <a:rPr sz="1950" b="1">
                <a:solidFill>
                  <a:srgbClr val="26766D"/>
                </a:solidFill>
                <a:latin typeface="Calibri"/>
                <a:ea typeface="Calibri"/>
                <a:cs typeface="Calibri"/>
              </a:rPr>
              <a:t>Our contribution</a:t>
            </a:r>
          </a:p>
        </p:txBody>
      </p:sp>
      <p:sp>
        <p:nvSpPr>
          <p:cNvPr id="9" name="Governance, context selection, independent da">
            <a:extLst xmlns:a="http://schemas.openxmlformats.org/drawingml/2006/main">
              <a:ext uri="{FF2B5EF4-FFF2-40B4-BE49-F238E27FC236}">
                <a16:creationId xmlns:a16="http://schemas.microsoft.com/office/drawing/2014/main" id="{DD13208B-D53C-41AF-931A-4EF81987BB89}"/>
              </a:ext>
            </a:extLst>
          </p:cNvPr>
          <p:cNvSpPr>
            <a:spLocks xmlns:a="http://schemas.openxmlformats.org/drawingml/2006/main" noGrp="1"/>
          </p:cNvSpPr>
          <p:nvPr/>
        </p:nvSpPr>
        <p:spPr>
          <a:xfrm xmlns:a="http://schemas.openxmlformats.org/drawingml/2006/main">
            <a:off x="666750" y="5848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Governance, context selection, independent data, reproducible evaluation and the application.</a:t>
            </a:r>
          </a:p>
        </p:txBody>
      </p:sp>
    </p:spTree>
    <p:extLst>
      <p:ext uri="{BB962C8B-B14F-4D97-AF65-F5344CB8AC3E}">
        <p14:creationId xmlns:p14="http://schemas.microsoft.com/office/powerpoint/2010/main" val="14940615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2026-10-30T05:01:24.4430000Z</dcterms:created>
  <dcterms:modified xsi:type="dcterms:W3CDTF">2026-10-30T05:01:24.4430000Z</dcterms:modified>
</coreProperties>
</file>