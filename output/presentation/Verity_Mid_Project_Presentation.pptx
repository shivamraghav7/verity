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9051341d9b4469" /><Relationship Type="http://schemas.openxmlformats.org/officeDocument/2006/relationships/extended-properties" Target="/docProps/app.xml" Id="R9869c8c6ed794b81" /><Relationship Type="http://schemas.openxmlformats.org/officeDocument/2006/relationships/officeDocument" Target="/ppt/presentation.xml" Id="R8dfa22d0274b4a68" /></Relationships>
</file>

<file path=ppt/presentation.xml><?xml version="1.0" encoding="utf-8"?>
<p:presentation xmlns:p="http://schemas.openxmlformats.org/presentationml/2006/main">
  <p:sldMasterIdLst>
    <p:sldMasterId xmlns:r="http://schemas.openxmlformats.org/officeDocument/2006/relationships" id="2147483648" r:id="Rf17f79643e774a61"/>
  </p:sldMasterIdLst>
  <p:notesMasterIdLst>
    <p:notesMasterId xmlns:r="http://schemas.openxmlformats.org/officeDocument/2006/relationships" r:id="R50ed536541a444e9"/>
  </p:notesMasterIdLst>
  <p:sldIdLst>
    <p:sldId xmlns:r="http://schemas.openxmlformats.org/officeDocument/2006/relationships" id="256" r:id="Rb845e836f3494dad"/>
    <p:sldId xmlns:r="http://schemas.openxmlformats.org/officeDocument/2006/relationships" id="257" r:id="Rde78510551424f8e"/>
    <p:sldId xmlns:r="http://schemas.openxmlformats.org/officeDocument/2006/relationships" id="258" r:id="R093171e439af49f9"/>
    <p:sldId xmlns:r="http://schemas.openxmlformats.org/officeDocument/2006/relationships" id="259" r:id="Rd66e35ab074b4899"/>
    <p:sldId xmlns:r="http://schemas.openxmlformats.org/officeDocument/2006/relationships" id="260" r:id="R6015a5e323694983"/>
    <p:sldId xmlns:r="http://schemas.openxmlformats.org/officeDocument/2006/relationships" id="261" r:id="R5f2887609d9349ad"/>
    <p:sldId xmlns:r="http://schemas.openxmlformats.org/officeDocument/2006/relationships" id="262" r:id="R4f2a81cb4a1c42fc"/>
    <p:sldId xmlns:r="http://schemas.openxmlformats.org/officeDocument/2006/relationships" id="263" r:id="Rf5906ce117b645e6"/>
    <p:sldId xmlns:r="http://schemas.openxmlformats.org/officeDocument/2006/relationships" id="264" r:id="R19fd7e9e50ef43ea"/>
    <p:sldId xmlns:r="http://schemas.openxmlformats.org/officeDocument/2006/relationships" id="265" r:id="Rd3ebc5dbada94262"/>
    <p:sldId xmlns:r="http://schemas.openxmlformats.org/officeDocument/2006/relationships" id="266" r:id="R267e12128b5a4373"/>
    <p:sldId xmlns:r="http://schemas.openxmlformats.org/officeDocument/2006/relationships" id="267" r:id="R491a18449798426b"/>
    <p:sldId xmlns:r="http://schemas.openxmlformats.org/officeDocument/2006/relationships" id="268" r:id="R42c0a82fffa04082"/>
  </p:sldIdLst>
  <p:sldSz cx="12192000" cy="6858000"/>
  <p:notesSz cx="6858000" cy="9144000"/>
</p:presentation>
</file>

<file path=ppt/presProps.xml><?xml version="1.0" encoding="utf-8"?>
<p:presentationPr xmlns:p="http://schemas.openxmlformats.org/presentationml/2006/main">
  <p:showPr useTimings="1"/>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bae6de00be4eb5" /><Relationship Type="http://schemas.openxmlformats.org/officeDocument/2006/relationships/slideMaster" Target="/ppt/slideMasters/slideMaster1.xml" Id="Rf17f79643e774a61" /><Relationship Type="http://schemas.openxmlformats.org/officeDocument/2006/relationships/notesMaster" Target="/ppt/notesMasters/notesMaster1.xml" Id="R50ed536541a444e9" /><Relationship Type="http://schemas.openxmlformats.org/officeDocument/2006/relationships/presProps" Target="/ppt/presProps.xml" Id="R768aadaa15aa4f88" /><Relationship Type="http://schemas.openxmlformats.org/officeDocument/2006/relationships/tableStyles" Target="/ppt/tableStyles.xml" Id="Rbd0d367e95fd4c33" /><Relationship Type="http://schemas.openxmlformats.org/officeDocument/2006/relationships/slide" Target="/ppt/slides/slide1.xml" Id="Rb845e836f3494dad" /><Relationship Type="http://schemas.openxmlformats.org/officeDocument/2006/relationships/slide" Target="/ppt/slides/slide2.xml" Id="Rde78510551424f8e" /><Relationship Type="http://schemas.openxmlformats.org/officeDocument/2006/relationships/slide" Target="/ppt/slides/slide3.xml" Id="R093171e439af49f9" /><Relationship Type="http://schemas.openxmlformats.org/officeDocument/2006/relationships/slide" Target="/ppt/slides/slide4.xml" Id="Rd66e35ab074b4899" /><Relationship Type="http://schemas.openxmlformats.org/officeDocument/2006/relationships/slide" Target="/ppt/slides/slide5.xml" Id="R6015a5e323694983" /><Relationship Type="http://schemas.openxmlformats.org/officeDocument/2006/relationships/slide" Target="/ppt/slides/slide6.xml" Id="R5f2887609d9349ad" /><Relationship Type="http://schemas.openxmlformats.org/officeDocument/2006/relationships/slide" Target="/ppt/slides/slide7.xml" Id="R4f2a81cb4a1c42fc" /><Relationship Type="http://schemas.openxmlformats.org/officeDocument/2006/relationships/slide" Target="/ppt/slides/slide8.xml" Id="Rf5906ce117b645e6" /><Relationship Type="http://schemas.openxmlformats.org/officeDocument/2006/relationships/slide" Target="/ppt/slides/slide9.xml" Id="R19fd7e9e50ef43ea" /><Relationship Type="http://schemas.openxmlformats.org/officeDocument/2006/relationships/slide" Target="/ppt/slides/slide10.xml" Id="Rd3ebc5dbada94262" /><Relationship Type="http://schemas.openxmlformats.org/officeDocument/2006/relationships/slide" Target="/ppt/slides/slide11.xml" Id="R267e12128b5a4373" /><Relationship Type="http://schemas.openxmlformats.org/officeDocument/2006/relationships/slide" Target="/ppt/slides/slide12.xml" Id="R491a18449798426b" /><Relationship Type="http://schemas.openxmlformats.org/officeDocument/2006/relationships/slide" Target="/ppt/slides/slide13.xml" Id="R42c0a82fffa040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7a3f1dc9d64a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e87a2c2cda408d" /><Relationship Type="http://schemas.openxmlformats.org/officeDocument/2006/relationships/notesMaster" Target="/ppt/notesMasters/notesMaster1.xml" Id="R4e938d54dd7b47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a46709c9a04fbb" /><Relationship Type="http://schemas.openxmlformats.org/officeDocument/2006/relationships/notesMaster" Target="/ppt/notesMasters/notesMaster1.xml" Id="R0fc216a4aea747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7d08f581d14b6d" /><Relationship Type="http://schemas.openxmlformats.org/officeDocument/2006/relationships/notesMaster" Target="/ppt/notesMasters/notesMaster1.xml" Id="Rbdc95a7230fd41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164c814dd14d0d" /><Relationship Type="http://schemas.openxmlformats.org/officeDocument/2006/relationships/notesMaster" Target="/ppt/notesMasters/notesMaster1.xml" Id="R74794d1293ca49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f856e5728549be" /><Relationship Type="http://schemas.openxmlformats.org/officeDocument/2006/relationships/notesMaster" Target="/ppt/notesMasters/notesMaster1.xml" Id="Ree5fd069f60742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c51505f9114743" /><Relationship Type="http://schemas.openxmlformats.org/officeDocument/2006/relationships/notesMaster" Target="/ppt/notesMasters/notesMaster1.xml" Id="Rc0b253bef32444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74182fa81445d5" /><Relationship Type="http://schemas.openxmlformats.org/officeDocument/2006/relationships/notesMaster" Target="/ppt/notesMasters/notesMaster1.xml" Id="R9757023ecfb040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e745cc18874816" /><Relationship Type="http://schemas.openxmlformats.org/officeDocument/2006/relationships/notesMaster" Target="/ppt/notesMasters/notesMaster1.xml" Id="R01910bd8d2c942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e7c63f0a8146d5" /><Relationship Type="http://schemas.openxmlformats.org/officeDocument/2006/relationships/notesMaster" Target="/ppt/notesMasters/notesMaster1.xml" Id="R19ee5522f55944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419c8908d048d3" /><Relationship Type="http://schemas.openxmlformats.org/officeDocument/2006/relationships/notesMaster" Target="/ppt/notesMasters/notesMaster1.xml" Id="R8af7ba29732043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445520fd3d471d" /><Relationship Type="http://schemas.openxmlformats.org/officeDocument/2006/relationships/notesMaster" Target="/ppt/notesMasters/notesMaster1.xml" Id="R8efdc0ad353a476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9362158a774652" /><Relationship Type="http://schemas.openxmlformats.org/officeDocument/2006/relationships/notesMaster" Target="/ppt/notesMasters/notesMaster1.xml" Id="R96436ebe335c47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d7870552fad43cf" /><Relationship Type="http://schemas.openxmlformats.org/officeDocument/2006/relationships/notesMaster" Target="/ppt/notesMasters/notesMaster1.xml" Id="R0ea7a8c0bb4640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00:00–00:25 (25 seconds).</a:t>
            </a:r>
          </a:p>
          <a:p xmlns:a="http://schemas.openxmlformats.org/drawingml/2006/main">
            <a:r>
              <a:t/>
            </a:r>
          </a:p>
          <a:p xmlns:a="http://schemas.openxmlformats.org/drawingml/2006/main">
            <a:r>
              <a:t>Verity is our platform for updating the facts used by an AI assistant. An approved correction should transfer to direct and connected questions, with a clear source, history and reversal. This review covers our implemented system, measured findings and next training milestone.</a:t>
            </a:r>
          </a:p>
          <a:p xmlns:a="http://schemas.openxmlformats.org/drawingml/2006/main">
            <a:r>
              <a:t/>
            </a:r>
          </a:p>
          <a:p xmlns:a="http://schemas.openxmlformats.org/drawingml/2006/main">
            <a:r>
              <a:t>Visual cue</a:t>
            </a:r>
          </a:p>
          <a:p xmlns:a="http://schemas.openxmlformats.org/drawingml/2006/main">
            <a:r>
              <a:t>Introduce the product and objective. Advance at 00:25.</a:t>
            </a:r>
          </a:p>
          <a:p xmlns:a="http://schemas.openxmlformats.org/drawingml/2006/main">
            <a:r>
              <a:t/>
            </a:r>
          </a:p>
          <a:p xmlns:a="http://schemas.openxmlformats.org/drawingml/2006/main">
            <a:r>
              <a:t>Rehearsal detail</a:t>
            </a:r>
          </a:p>
          <a:p xmlns:a="http://schemas.openxmlformats.org/drawingml/2006/main">
            <a:r>
              <a:t>Current implementation: governed external memory, deterministic retrieval and fixed neural generators. The reused ReasonKE_plus checkpoint is identified in configuration notes. The new training milestone is future work. This is a mid-project review, not a claim of a newly trained final model.</a:t>
            </a:r>
          </a:p>
          <a:p xmlns:a="http://schemas.openxmlformats.org/drawingml/2006/main">
            <a:r>
              <a:t/>
            </a:r>
          </a:p>
          <a:p xmlns:a="http://schemas.openxmlformats.org/drawingml/2006/main">
            <a:r>
              <a:t>Evidence</a:t>
            </a:r>
          </a:p>
          <a:p xmlns:a="http://schemas.openxmlformats.org/drawingml/2006/main">
            <a:r>
              <a:t>https://github.com/ShivamRaghav7/verity/blob/codex/reasonke-integration/docs/CURRENT_ARCHITECTURE.md</a:t>
            </a:r>
          </a:p>
          <a:p xmlns:a="http://schemas.openxmlformats.org/drawingml/2006/main">
            <a:r>
              <a:t>https://github.com/ShivamRaghav7/verity/blob/codex/reasonke-integration/docs/CONTRIBUTIONS_AND_EVIDENCE.md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1. 00:25–02:00 (95 seconds).</a:t>
            </a:r>
          </a:p>
          <a:p xmlns:a="http://schemas.openxmlformats.org/drawingml/2006/main">
            <a:r>
              <a:t/>
            </a:r>
          </a:p>
          <a:p xmlns:a="http://schemas.openxmlformats.org/drawingml/2006/main">
            <a:r>
              <a:t>Consider a familiar change. In December 2021, the government described Air India as government-owned. On twenty-seven January 2022, the completed handover transferred its shares to Talace, a wholly owned subsidiary of Tata Sons. An assistant using the older record can continue presenting the old owner unless its reference information is updated. The connected question is more interesting: which company is the parent of the new owner? The answer follows the ownership record to Talace, then to Tata Sons. Its official contact page supplies Mumbai as the city. We use these official sources in the website demonstration. The ownership example is explicitly dated to the 2022 handover, because later ownership arrangements changed. A question about ownership before the handover should still use the earlier government record. Updating the selected snapshot must preserve that historical scope. The engineering problem is maintaining the correct reference state and using it consistently across related questions.</a:t>
            </a:r>
          </a:p>
          <a:p xmlns:a="http://schemas.openxmlformats.org/drawingml/2006/main">
            <a:r>
              <a:t/>
            </a:r>
          </a:p>
          <a:p xmlns:a="http://schemas.openxmlformats.org/drawingml/2006/main">
            <a:r>
              <a:t>Visual cue</a:t>
            </a:r>
          </a:p>
          <a:p xmlns:a="http://schemas.openxmlformats.org/drawingml/2006/main">
            <a:r>
              <a:t>Point to the two dates and parent chain. Allow a deliberate reading pause. Hand over at 02:00.</a:t>
            </a:r>
          </a:p>
          <a:p xmlns:a="http://schemas.openxmlformats.org/drawingml/2006/main">
            <a:r>
              <a:t/>
            </a:r>
          </a:p>
          <a:p xmlns:a="http://schemas.openxmlformats.org/drawingml/2006/main">
            <a:r>
              <a:t>Rehearsal detail</a:t>
            </a:r>
          </a:p>
          <a:p xmlns:a="http://schemas.openxmlformats.org/drawingml/2006/main">
            <a:r>
              <a:t>Primary sources: CCI/PIB 20 December 2021 reports government ownership; Ministry of Finance/PIB 27 January 2022 reports transfer to Talace and its Tata Sons parent. Tata confirms the handover. The corporate-contact fact is from the official Tata contact page checked on 31 October 2026, not a claim about its historical 2022 office. A later Tata merger release documents subsequent change. The demo's selected snapshot advances from the prior dated record to the completed handover. It is not a claim that the model's pretraining necessarily gives a stale answer. Photo is the genuine image embedded in the PIB handover announcement.</a:t>
            </a:r>
          </a:p>
          <a:p xmlns:a="http://schemas.openxmlformats.org/drawingml/2006/main">
            <a:r>
              <a:t/>
            </a:r>
          </a:p>
          <a:p xmlns:a="http://schemas.openxmlformats.org/drawingml/2006/main">
            <a:r>
              <a:t>Evidence</a:t>
            </a:r>
          </a:p>
          <a:p xmlns:a="http://schemas.openxmlformats.org/drawingml/2006/main">
            <a:r>
              <a:t>https://www.pib.gov.in/pressreleasepage.aspx?lang=2&amp;prid=1783550&amp;reg=48</a:t>
            </a:r>
          </a:p>
          <a:p xmlns:a="http://schemas.openxmlformats.org/drawingml/2006/main">
            <a:r>
              <a:t>https://www.pib.gov.in/Pressreleaseshare.aspx?PRID=1792950&amp;lang=2&amp;reg=48</a:t>
            </a:r>
          </a:p>
          <a:p xmlns:a="http://schemas.openxmlformats.org/drawingml/2006/main">
            <a:r>
              <a:t>https://www.tata.com/newsroom/business/air-india-handover</a:t>
            </a:r>
          </a:p>
          <a:p xmlns:a="http://schemas.openxmlformats.org/drawingml/2006/main">
            <a:r>
              <a:t>https://www.tata.com/contact-us</a:t>
            </a:r>
          </a:p>
          <a:p xmlns:a="http://schemas.openxmlformats.org/drawingml/2006/main">
            <a:r>
              <a:t>https://www.tata.com/newsroom/business/air-india-vistara-merger-completion</a:t>
            </a:r>
          </a:p>
          <a:p xmlns:a="http://schemas.openxmlformats.org/drawingml/2006/main">
            <a:r>
              <a:t>https://github.com/ShivamRaghav7/verity/blob/codex/reasonke-integration/data/demos/air-india-handover.json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02:00–03:05 (65 seconds).</a:t>
            </a:r>
          </a:p>
          <a:p xmlns:a="http://schemas.openxmlformats.org/drawingml/2006/main">
            <a:r>
              <a:t/>
            </a:r>
          </a:p>
          <a:p xmlns:a="http://schemas.openxmlformats.org/drawingml/2006/main">
            <a:r>
              <a:t>The architecture separates approved knowledge from generated answers. A question enters the Python API. The application captures the current memory revision, selects relevant approved records and filters conversation history to avoid stale context. A private GPU worker generates the response. The application then stores the answer together with the facts supplied, model identity and memory revision. SQLite manages the approved versions and audit events. Our current comparison uses two frozen seven-billion-parameter generators with matched retrieved information. This gives us a working, inspectable baseline platform on which the next training stage can be evaluated.</a:t>
            </a:r>
          </a:p>
          <a:p xmlns:a="http://schemas.openxmlformats.org/drawingml/2006/main">
            <a:r>
              <a:t/>
            </a:r>
          </a:p>
          <a:p xmlns:a="http://schemas.openxmlformats.org/drawingml/2006/main">
            <a:r>
              <a:t>Visual cue</a:t>
            </a:r>
          </a:p>
          <a:p xmlns:a="http://schemas.openxmlformats.org/drawingml/2006/main">
            <a:r>
              <a:t>Trace the editable flow once. Identify where approval and generation meet. Advance at 03:05.</a:t>
            </a:r>
          </a:p>
          <a:p xmlns:a="http://schemas.openxmlformats.org/drawingml/2006/main">
            <a:r>
              <a:t/>
            </a:r>
          </a:p>
          <a:p xmlns:a="http://schemas.openxmlformats.org/drawingml/2006/main">
            <a:r>
              <a:t>Rehearsal detail</a:t>
            </a:r>
          </a:p>
          <a:p xmlns:a="http://schemas.openxmlformats.org/drawingml/2006/main">
            <a:r>
              <a:t>The reused generator is YukinoKaren/ReasonKE_plus at ceaedc2ae7c8fed6257953587d991ce550db6106. The comparison is Qwen/Qwen2.5-7B-Instruct at a09a35458c702b33eeacc393d103063234e8bc28. Both have 7,615,616,512 parameters. Actual inference uses NF4 double quantization, FP16 compute, SDPA, greedy decoding, 4,096 input tokens and 512 new tokens on T4, one model at a time. New approvals change external memory. Application operation lock spans generation; short SQLite transactions persist changes/turns. Evidence shows supplied inputs, not a certification of all generated prose.</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https://github.com/ShivamRaghav7/verity/blob/codex/reasonke-integration/editguard_chat/server.py</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https://github.com/ShivamRaghav7/verity/blob/codex/reasonke-integration/editguard_chat/reasonke_backend.py</a:t>
            </a:r>
          </a:p>
          <a:p xmlns:a="http://schemas.openxmlformats.org/drawingml/2006/main">
            <a:r>
              <a:t>https://github.com/ShivamRaghav7/verity/blob/codex/reasonke-integration/editguard_reasonke/runtime.py</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https://github.com/ShivamRaghav7/verity/blob/codex/reasonke-integration/configs/instruction-model.json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2. 03:05–04:00 (55 seconds).</a:t>
            </a:r>
          </a:p>
          <a:p xmlns:a="http://schemas.openxmlformats.org/drawingml/2006/main">
            <a:r>
              <a:t/>
            </a:r>
          </a:p>
          <a:p xmlns:a="http://schemas.openxmlformats.org/drawingml/2006/main">
            <a:r>
              <a:t>Connected questions need facts that may not share all the original question's words. We first rank approved records using a BM25-style lexical score and choose two seeds. Their stored answer text becomes the next search query. We add the highest-ranked unseen fact, then continue from its answer. The deployed iterative policy stops at four facts. In the Air India example, the selected owner leads to its parent, and the parent leads to the contact city. This is transparent, bounded retrieval. Generation remains a separate step, which lets us distinguish missing support from a wrong answer despite complete support.</a:t>
            </a:r>
          </a:p>
          <a:p xmlns:a="http://schemas.openxmlformats.org/drawingml/2006/main">
            <a:r>
              <a:t/>
            </a:r>
          </a:p>
          <a:p xmlns:a="http://schemas.openxmlformats.org/drawingml/2006/main">
            <a:r>
              <a:t>Visual cue</a:t>
            </a:r>
          </a:p>
          <a:p xmlns:a="http://schemas.openxmlformats.org/drawingml/2006/main">
            <a:r>
              <a:t>Follow owner, parent, city. State the four-fact budget. Hand over at 04:00.</a:t>
            </a:r>
          </a:p>
          <a:p xmlns:a="http://schemas.openxmlformats.org/drawingml/2006/main">
            <a:r>
              <a:t/>
            </a:r>
          </a:p>
          <a:p xmlns:a="http://schemas.openxmlformats.org/drawingml/2006/main">
            <a:r>
              <a:t>Rehearsal detail</a:t>
            </a:r>
          </a:p>
          <a:p xmlns:a="http://schemas.openxmlformats.org/drawingml/2006/main">
            <a:r>
              <a:t>Original study used its preserved two-stage lexical selector. The separate depth study/application policy uses iterative answer-frontier expansion, two seeds, at most three rounds and cap four. It examines approved id/question/scope/answer text, never hidden target or support IDs. Scores are not probabilities. The active memory guard is 200 records; evaluation worlds are smaller. On depth development, iterative support improved complete paths from 96/128 to 128/128 before final freeze. This is development retrieval evidence, separate from final neural accuracy.</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https://github.com/ShivamRaghav7/verity/blob/codex/reasonke-integration/editguard_benchmark/retrieval.py</a:t>
            </a:r>
          </a:p>
          <a:p xmlns:a="http://schemas.openxmlformats.org/drawingml/2006/main">
            <a:r>
              <a:t>https://github.com/ShivamRaghav7/verity/blob/codex/reasonke-integration/editguard_depth/retrieval.py</a:t>
            </a:r>
          </a:p>
          <a:p xmlns:a="http://schemas.openxmlformats.org/drawingml/2006/main">
            <a:r>
              <a:t>https://github.com/ShivamRaghav7/verity/blob/codex/reasonke-integration/reports/reasonke/depth-development/retrieval-selection.json</a:t>
            </a:r>
          </a:p>
          <a:p xmlns:a="http://schemas.openxmlformats.org/drawingml/2006/main">
            <a:r>
              <a:t>https://github.com/ShivamRaghav7/verity/blob/codex/reasonke-integration/data/demos/air-india-handover.json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04:00–04:30 (30 seconds).</a:t>
            </a:r>
          </a:p>
          <a:p xmlns:a="http://schemas.openxmlformats.org/drawingml/2006/main">
            <a:r>
              <a:t/>
            </a:r>
          </a:p>
          <a:p xmlns:a="http://schemas.openxmlformats.org/drawingml/2006/main">
            <a:r>
              <a:t>A correction begins as a draft with an answer, source and scope. Publication explicitly approves it. Replacing an active fact requires naming its predecessor for the same canonical identity. Competing approval is rejected. Rollback withdraws the replacement and restores its predecessor in one transaction, while retaining the audit history.</a:t>
            </a:r>
          </a:p>
          <a:p xmlns:a="http://schemas.openxmlformats.org/drawingml/2006/main">
            <a:r>
              <a:t/>
            </a:r>
          </a:p>
          <a:p xmlns:a="http://schemas.openxmlformats.org/drawingml/2006/main">
            <a:r>
              <a:t>Visual cue</a:t>
            </a:r>
          </a:p>
          <a:p xmlns:a="http://schemas.openxmlformats.org/drawingml/2006/main">
            <a:r>
              <a:t>Point to approve, supersede and rollback. Advance at 04:30.</a:t>
            </a:r>
          </a:p>
          <a:p xmlns:a="http://schemas.openxmlformats.org/drawingml/2006/main">
            <a:r>
              <a:t/>
            </a:r>
          </a:p>
          <a:p xmlns:a="http://schemas.openxmlformats.org/drawingml/2006/main">
            <a:r>
              <a:t>Rehearsal detail</a:t>
            </a:r>
          </a:p>
          <a:p xmlns:a="http://schemas.openxmlformats.org/drawingml/2006/main">
            <a:r>
              <a:t>Canonical entity/relation/scope identifiers map to the stored key. A partial unique index allows one active version per represented key. BEGIN IMMEDIATE groups state, revision and audit events. Rollback advances the revision once and writes withdrawn/restored events together. Historical scope and the selected local snapshot are distinct; rollback does not reverse the actual Air India event. Same-key conflict checks do not detect every semantic contradiction under different keys.</a:t>
            </a:r>
          </a:p>
          <a:p xmlns:a="http://schemas.openxmlformats.org/drawingml/2006/main">
            <a:r>
              <a:t/>
            </a:r>
          </a:p>
          <a:p xmlns:a="http://schemas.openxmlformats.org/drawingml/2006/main">
            <a:r>
              <a:t>Evidence</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https://github.com/ShivamRaghav7/verity/blob/codex/reasonke-integration/tests/test_chat_store.py</a:t>
            </a:r>
          </a:p>
          <a:p xmlns:a="http://schemas.openxmlformats.org/drawingml/2006/main">
            <a:r>
              <a:t>https://github.com/ShivamRaghav7/verity/blob/codex/reasonke-integration/data/demos/air-india-handover.json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04:30–05:00 (30 seconds).</a:t>
            </a:r>
          </a:p>
          <a:p xmlns:a="http://schemas.openxmlformats.org/drawingml/2006/main">
            <a:r>
              <a:t/>
            </a:r>
          </a:p>
          <a:p xmlns:a="http://schemas.openxmlformats.org/drawingml/2006/main">
            <a:r>
              <a:t>This is the real Verity correction editor. The selected reference record starts with the earlier government-ownership snapshot. We enter Talace as the updated owner, attach the dated government announcement, inspect the scope and explicitly publish the replacement. The active record changes only after approval.</a:t>
            </a:r>
          </a:p>
          <a:p xmlns:a="http://schemas.openxmlformats.org/drawingml/2006/main">
            <a:r>
              <a:t/>
            </a:r>
          </a:p>
          <a:p xmlns:a="http://schemas.openxmlformats.org/drawingml/2006/main">
            <a:r>
              <a:t>Visual cue</a:t>
            </a:r>
          </a:p>
          <a:p xmlns:a="http://schemas.openxmlformats.org/drawingml/2006/main">
            <a:r>
              <a:t>Point to source/date, scope and approval. Advance at 05:00.</a:t>
            </a:r>
          </a:p>
          <a:p xmlns:a="http://schemas.openxmlformats.org/drawingml/2006/main">
            <a:r>
              <a:t/>
            </a:r>
          </a:p>
          <a:p xmlns:a="http://schemas.openxmlformats.org/drawingml/2006/main">
            <a:r>
              <a:t>Rehearsal detail</a:t>
            </a:r>
          </a:p>
          <a:p xmlns:a="http://schemas.openxmlformats.org/drawingml/2006/main">
            <a:r>
              <a:t>Use genuine captured website state from the isolated sourced-demo workspace. The fixture uses official sources, not fictional Kaveri data. It remains a product demonstration, separate from held-out evaluation. The snapshot moves from 20 December 2021 to 27 January 2022; it does not assert present-day ownership. The presenter describes recorded captures, without waiting for live GPU inference inside this slot.</a:t>
            </a:r>
          </a:p>
          <a:p xmlns:a="http://schemas.openxmlformats.org/drawingml/2006/main">
            <a:r>
              <a:t/>
            </a:r>
          </a:p>
          <a:p xmlns:a="http://schemas.openxmlformats.org/drawingml/2006/main">
            <a:r>
              <a:t>Evidence</a:t>
            </a:r>
          </a:p>
          <a:p xmlns:a="http://schemas.openxmlformats.org/drawingml/2006/main">
            <a:r>
              <a:t>https://github.com/ShivamRaghav7/verity/blob/codex/reasonke-integration/data/demos/air-india-handover.json</a:t>
            </a:r>
          </a:p>
          <a:p xmlns:a="http://schemas.openxmlformats.org/drawingml/2006/main">
            <a:r>
              <a:t>https://github.com/ShivamRaghav7/verity/blob/codex/reasonke-integration/scripts/prepare_sourced_demo.py</a:t>
            </a:r>
          </a:p>
          <a:p xmlns:a="http://schemas.openxmlformats.org/drawingml/2006/main">
            <a:r>
              <a:t>https://github.com/ShivamRaghav7/verity/blob/codex/reasonke-integration/docs/CHAT_API.md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05:00–05:35 (35 seconds).</a:t>
            </a:r>
          </a:p>
          <a:p xmlns:a="http://schemas.openxmlformats.org/drawingml/2006/main">
            <a:r>
              <a:t/>
            </a:r>
          </a:p>
          <a:p xmlns:a="http://schemas.openxmlformats.org/drawingml/2006/main">
            <a:r>
              <a:t>Back in Chat, we ask for the parent of Air India's owner in the selected snapshot. The approved ownership fact supplies Talace, and the parent record supplies Tata Sons. The response retains its model and memory revision, and the interface shows the source records supplied with it. Those records make the answer inspectable and help us diagnose any mismatch.</a:t>
            </a:r>
          </a:p>
          <a:p xmlns:a="http://schemas.openxmlformats.org/drawingml/2006/main">
            <a:r>
              <a:t/>
            </a:r>
          </a:p>
          <a:p xmlns:a="http://schemas.openxmlformats.org/drawingml/2006/main">
            <a:r>
              <a:t>Visual cue</a:t>
            </a:r>
          </a:p>
          <a:p xmlns:a="http://schemas.openxmlformats.org/drawingml/2006/main">
            <a:r>
              <a:t>Point to the question, generated answer and source evidence. Advance at 05:35.</a:t>
            </a:r>
          </a:p>
          <a:p xmlns:a="http://schemas.openxmlformats.org/drawingml/2006/main">
            <a:r>
              <a:t/>
            </a:r>
          </a:p>
          <a:p xmlns:a="http://schemas.openxmlformats.org/drawingml/2006/main">
            <a:r>
              <a:t>Rehearsal detail</a:t>
            </a:r>
          </a:p>
          <a:p xmlns:a="http://schemas.openxmlformats.org/drawingml/2006/main">
            <a:r>
              <a:t>Capture an actual generated response from the sourced demonstration. Display the exact output rather than replacing it with a target. Source cards establish supplied context; they do not independently verify arbitrary prose. Keep the screenshot caption recorded, and retain the complete demonstration receipt, including any mismatches. Do not fold this familiar real example into the controlled benchmark accuracy.</a:t>
            </a:r>
          </a:p>
          <a:p xmlns:a="http://schemas.openxmlformats.org/drawingml/2006/main">
            <a:r>
              <a:t/>
            </a:r>
          </a:p>
          <a:p xmlns:a="http://schemas.openxmlformats.org/drawingml/2006/main">
            <a:r>
              <a:t>Evidence</a:t>
            </a:r>
          </a:p>
          <a:p xmlns:a="http://schemas.openxmlformats.org/drawingml/2006/main">
            <a:r>
              <a:t>https://github.com/ShivamRaghav7/verity/blob/codex/reasonke-integration/scripts/run_sourced_demo.py</a:t>
            </a:r>
          </a:p>
          <a:p xmlns:a="http://schemas.openxmlformats.org/drawingml/2006/main">
            <a:r>
              <a:t>https://github.com/ShivamRaghav7/verity/blob/codex/reasonke-integration/editguard_chat/server.py</a:t>
            </a:r>
          </a:p>
          <a:p xmlns:a="http://schemas.openxmlformats.org/drawingml/2006/main">
            <a:r>
              <a:t>https://github.com/ShivamRaghav7/verity/blob/codex/reasonke-integration/data/demos/air-india-handover.json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3. 05:35–06:00 (25 seconds).</a:t>
            </a:r>
          </a:p>
          <a:p xmlns:a="http://schemas.openxmlformats.org/drawingml/2006/main">
            <a:r>
              <a:t/>
            </a:r>
          </a:p>
          <a:p xmlns:a="http://schemas.openxmlformats.org/drawingml/2006/main">
            <a:r>
              <a:t>The history records the approval and replacement. A conflicting publication is blocked, and rollback restores the earlier local snapshot with an auditable event pair. Stored answers retain the revision used when they were generated. A new question uses the currently active reference state.</a:t>
            </a:r>
          </a:p>
          <a:p xmlns:a="http://schemas.openxmlformats.org/drawingml/2006/main">
            <a:r>
              <a:t/>
            </a:r>
          </a:p>
          <a:p xmlns:a="http://schemas.openxmlformats.org/drawingml/2006/main">
            <a:r>
              <a:t>Visual cue</a:t>
            </a:r>
          </a:p>
          <a:p xmlns:a="http://schemas.openxmlformats.org/drawingml/2006/main">
            <a:r>
              <a:t>Point to the paired rollback events. Hand over at 06:00.</a:t>
            </a:r>
          </a:p>
          <a:p xmlns:a="http://schemas.openxmlformats.org/drawingml/2006/main">
            <a:r>
              <a:t/>
            </a:r>
          </a:p>
          <a:p xmlns:a="http://schemas.openxmlformats.org/drawingml/2006/main">
            <a:r>
              <a:t>Rehearsal detail</a:t>
            </a:r>
          </a:p>
          <a:p xmlns:a="http://schemas.openxmlformats.org/drawingml/2006/main">
            <a:r>
              <a:t>Show actual history from the sourced demo. A later reapproval may leave the active demonstration on the handover snapshot while preserving its rollback event. Explain this if the current state and a stored answer have different revision numbers. Reopening a stored message is not fresh inference. Rollback restores local memory, not real-world ownership.</a:t>
            </a:r>
          </a:p>
          <a:p xmlns:a="http://schemas.openxmlformats.org/drawingml/2006/main">
            <a:r>
              <a:t/>
            </a:r>
          </a:p>
          <a:p xmlns:a="http://schemas.openxmlformats.org/drawingml/2006/main">
            <a:r>
              <a:t>Evidence</a:t>
            </a:r>
          </a:p>
          <a:p xmlns:a="http://schemas.openxmlformats.org/drawingml/2006/main">
            <a:r>
              <a:t>https://github.com/ShivamRaghav7/verity/blob/codex/reasonke-integration/scripts/run_sourced_demo.py</a:t>
            </a:r>
          </a:p>
          <a:p xmlns:a="http://schemas.openxmlformats.org/drawingml/2006/main">
            <a:r>
              <a:t>https://github.com/ShivamRaghav7/verity/blob/codex/reasonke-integration/editguard_chat/store.py</a:t>
            </a:r>
          </a:p>
          <a:p xmlns:a="http://schemas.openxmlformats.org/drawingml/2006/main">
            <a:r>
              <a:t>https://github.com/ShivamRaghav7/verity/blob/codex/reasonke-integration/editguard_chat/server.py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06:00–06:45 (45 seconds).</a:t>
            </a:r>
          </a:p>
          <a:p xmlns:a="http://schemas.openxmlformats.org/drawingml/2006/main">
            <a:r>
              <a:t/>
            </a:r>
          </a:p>
          <a:p xmlns:a="http://schemas.openxmlformats.org/drawingml/2006/main">
            <a:r>
              <a:t>For controlled measurement, we created fictional operations handbooks with explicit facts and expected answers. Each study has forty-eight fact worlds, split into sixteen development and thirty-two final lineages before question variants are generated. The original study reaches two hops; the separate depth challenge reaches three. Main conditions have 256 assigned questions each. We compare the actual generator and context configurations under matched inputs and scoring. Abstentions remain in the denominator, and uncertainty resamples whole lineages. Labels were automatically audited.</a:t>
            </a:r>
          </a:p>
          <a:p xmlns:a="http://schemas.openxmlformats.org/drawingml/2006/main">
            <a:r>
              <a:t/>
            </a:r>
          </a:p>
          <a:p xmlns:a="http://schemas.openxmlformats.org/drawingml/2006/main">
            <a:r>
              <a:t>Visual cue</a:t>
            </a:r>
          </a:p>
          <a:p xmlns:a="http://schemas.openxmlformats.org/drawingml/2006/main">
            <a:r>
              <a:t>Distinguish sourced demonstration from controlled experiment. Advance at 06:45.</a:t>
            </a:r>
          </a:p>
          <a:p xmlns:a="http://schemas.openxmlformats.org/drawingml/2006/main">
            <a:r>
              <a:t/>
            </a:r>
          </a:p>
          <a:p xmlns:a="http://schemas.openxmlformats.org/drawingml/2006/main">
            <a:r>
              <a:t>Rehearsal detail</a:t>
            </a:r>
          </a:p>
          <a:p xmlns:a="http://schemas.openxmlformats.org/drawingml/2006/main">
            <a:r>
              <a:t>Each study authors 384 question records: 128 development and 256 final, eight variants per lineage. Original worlds have nine facts; depth has twelve. Original final workload: five main conditions * 256 + two oracle subsets * 16 = 1,312 generations. Depth: two main * 256 + two oracle * 16 = 544. Updated retrieved/full-memory configurations receive current facts. Oracle subsets are diagnostics. Automated audit is disclosed; no independent human semantic review. New Air India demonstration is sourced real material, not the data behind these scores.</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https://github.com/ShivamRaghav7/verity/blob/codex/reasonke-integration/reports/reasonke/operations-final/protocol.json</a:t>
            </a:r>
          </a:p>
          <a:p xmlns:a="http://schemas.openxmlformats.org/drawingml/2006/main">
            <a:r>
              <a:t>https://github.com/ShivamRaghav7/verity/blob/codex/reasonke-integration/reports/reasonke/depth-final/protocol.json</a:t>
            </a:r>
          </a:p>
          <a:p xmlns:a="http://schemas.openxmlformats.org/drawingml/2006/main">
            <a:r>
              <a:t>https://github.com/ShivamRaghav7/verity/blob/codex/reasonke-integration/docs/OPERATIONS_DATASET_CARD.md</a:t>
            </a:r>
          </a:p>
          <a:p xmlns:a="http://schemas.openxmlformats.org/drawingml/2006/main">
            <a:r>
              <a:t>https://github.com/ShivamRaghav7/verity/blob/codex/reasonke-integration/editguard_depth/data.py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06:45–07:30 (45 seconds).</a:t>
            </a:r>
          </a:p>
          <a:p xmlns:a="http://schemas.openxmlformats.org/drawingml/2006/main">
            <a:r>
              <a:t/>
            </a:r>
          </a:p>
          <a:p xmlns:a="http://schemas.openxmlformats.org/drawingml/2006/main">
            <a:r>
              <a:t>With retrieved current facts, ReasonKE_plus answered 256 of 256 main questions in each study. Qwen answered 241 in the original and 248 in depth; the remaining responses were UNKNOWN. These perfect scores are bounded by small fact worlds and controlled wording. Full memory tells another part of the story: original ReasonKE_plus fell to 231 of 256, with twenty-five wrong associations despite complete support. Our failure audit identifies the supplied distractor values instead of hiding those cases.</a:t>
            </a:r>
          </a:p>
          <a:p xmlns:a="http://schemas.openxmlformats.org/drawingml/2006/main">
            <a:r>
              <a:t/>
            </a:r>
          </a:p>
          <a:p xmlns:a="http://schemas.openxmlformats.org/drawingml/2006/main">
            <a:r>
              <a:t>Visual cue</a:t>
            </a:r>
          </a:p>
          <a:p xmlns:a="http://schemas.openxmlformats.org/drawingml/2006/main">
            <a:r>
              <a:t>Read counts rather than saying universal 100% accuracy. Advance at 07:30.</a:t>
            </a:r>
          </a:p>
          <a:p xmlns:a="http://schemas.openxmlformats.org/drawingml/2006/main">
            <a:r>
              <a:t/>
            </a:r>
          </a:p>
          <a:p xmlns:a="http://schemas.openxmlformats.org/drawingml/2006/main">
            <a:r>
              <a:t>Rehearsal detail</a:t>
            </a:r>
          </a:p>
          <a:p xmlns:a="http://schemas.openxmlformats.org/drawingml/2006/main">
            <a:r>
              <a:t>Original R-RAG 256/256, G-RAG 241/256 with 15 abstentions; depth R-RAG 256/256, G-RAG 248/256 with 8 abstentions. Original R-ALL 231/256, G-ALL 241/256 (13 strict mismatches and 2 abstentions). R-ALL's 25 wrong final values all match another supplied value, including 15 Pro-owner values. All 63 updated-method nonsuccesses across the released conditions have complete support and no recorded budget-hit flags. Paired retrieved differences: original +5.859375 pp [3.90625,8.203125]; depth +3.125 pp [1.5625,5.078125]. These compare fixed systems, not a causal training ablation.</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4. 07:30–08:00 (30 seconds).</a:t>
            </a:r>
          </a:p>
          <a:p xmlns:a="http://schemas.openxmlformats.org/drawingml/2006/main">
            <a:r>
              <a:t/>
            </a:r>
          </a:p>
          <a:p xmlns:a="http://schemas.openxmlformats.org/drawingml/2006/main">
            <a:r>
              <a:t>The higher coverage has a cost. Depth median latency was fifteen point nine four seconds for ReasonKE_plus and one point one two for Qwen. This includes selection, local communication and generation, including abstentions. The slower configuration answered eight more of the 256 requests correctly.</a:t>
            </a:r>
          </a:p>
          <a:p xmlns:a="http://schemas.openxmlformats.org/drawingml/2006/main">
            <a:r>
              <a:t/>
            </a:r>
          </a:p>
          <a:p xmlns:a="http://schemas.openxmlformats.org/drawingml/2006/main">
            <a:r>
              <a:t>Visual cue</a:t>
            </a:r>
          </a:p>
          <a:p xmlns:a="http://schemas.openxmlformats.org/drawingml/2006/main">
            <a:r>
              <a:t>Name the timing boundary and eight additional correct answers. Hand over at 08:00.</a:t>
            </a:r>
          </a:p>
          <a:p xmlns:a="http://schemas.openxmlformats.org/drawingml/2006/main">
            <a:r>
              <a:t/>
            </a:r>
          </a:p>
          <a:p xmlns:a="http://schemas.openxmlformats.org/drawingml/2006/main">
            <a:r>
              <a:t>Rehearsal detail</a:t>
            </a:r>
          </a:p>
          <a:p xmlns:a="http://schemas.openxmlformats.org/drawingml/2006/main">
            <a:r>
              <a:t>Depth warm pipeline n=256 each: Reason p50/p95 15.93582438600015/19.282786326999826 seconds; Qwen 1.1189718869995886/1.3847337005004192. Excludes cold loading/downloads/browser network. Output medians 212 vs 6 tokens; this is consistent with differing output lengths but not a causal decomposition. Ratios of quantiles are not paired speedups. Do not promise training will improve this tradeoff.</a:t>
            </a:r>
          </a:p>
          <a:p xmlns:a="http://schemas.openxmlformats.org/drawingml/2006/main">
            <a:r>
              <a:t/>
            </a:r>
          </a:p>
          <a:p xmlns:a="http://schemas.openxmlformats.org/drawingml/2006/main">
            <a:r>
              <a:t>Evidence</a:t>
            </a:r>
          </a:p>
          <a:p xmlns:a="http://schemas.openxmlformats.org/drawingml/2006/main">
            <a:r>
              <a:t>https://github.com/ShivamRaghav7/verity/blob/codex/reasonke-integration/reports/reasonke/depth-final/results.json</a:t>
            </a:r>
          </a:p>
          <a:p xmlns:a="http://schemas.openxmlformats.org/drawingml/2006/main">
            <a:r>
              <a:t>https://github.com/ShivamRaghav7/verity/blob/codex/reasonke-integration/output/presentation/analysis/failure-audit.json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08:00–08:50 (50 seconds).</a:t>
            </a:r>
          </a:p>
          <a:p xmlns:a="http://schemas.openxmlformats.org/drawingml/2006/main">
            <a:r>
              <a:t/>
            </a:r>
          </a:p>
          <a:p xmlns:a="http://schemas.openxmlformats.org/drawingml/2006/main">
            <a:r>
              <a:t>We have built the complete maintenance path: approved versioned memory, bounded connected retrieval, revision-aware chat, atomic rollback and an evidence explorer. We also created the controlled datasets, fixed evaluation protocols, recoverable execution ledgers and failure analysis. In the original retrieved ReasonKE_plus condition, all 124 baseline-correct locality answers were retained. Our current conclusion is that the platform works on its measured bounded task and exposes its accuracy–latency tradeoff. The next step is to turn this baseline into a matched model-adaptation study.</a:t>
            </a:r>
          </a:p>
          <a:p xmlns:a="http://schemas.openxmlformats.org/drawingml/2006/main">
            <a:r>
              <a:t/>
            </a:r>
          </a:p>
          <a:p xmlns:a="http://schemas.openxmlformats.org/drawingml/2006/main">
            <a:r>
              <a:t>Visual cue</a:t>
            </a:r>
          </a:p>
          <a:p xmlns:a="http://schemas.openxmlformats.org/drawingml/2006/main">
            <a:r>
              <a:t>Summarise the implemented mechanisms and current conclusion. Advance at 08:50.</a:t>
            </a:r>
          </a:p>
          <a:p xmlns:a="http://schemas.openxmlformats.org/drawingml/2006/main">
            <a:r>
              <a:t/>
            </a:r>
          </a:p>
          <a:p xmlns:a="http://schemas.openxmlformats.org/drawingml/2006/main">
            <a:r>
              <a:t>Rehearsal detail</a:t>
            </a:r>
          </a:p>
          <a:p xmlns:a="http://schemas.openxmlformats.org/drawingml/2006/main">
            <a:r>
              <a:t>Concrete contribution lies in implemented platform and evaluation, with reused model weights accurately attributed. Original baseline-correct retention 124/124 is separate from all-locality factual accuracy 128/128. Current memory/retrieval guards do not establish production-scale accuracy. Five-person contribution allocation belongs in the script/guide and must reflect actual implementation/review/reproduction rather than invented ownership. The product is locally deployable with separate GPU dependencies and container/notebook delivery.</a:t>
            </a:r>
          </a:p>
          <a:p xmlns:a="http://schemas.openxmlformats.org/drawingml/2006/main">
            <a:r>
              <a:t/>
            </a:r>
          </a:p>
          <a:p xmlns:a="http://schemas.openxmlformats.org/drawingml/2006/main">
            <a:r>
              <a:t>Evidence</a:t>
            </a:r>
          </a:p>
          <a:p xmlns:a="http://schemas.openxmlformats.org/drawingml/2006/main">
            <a:r>
              <a:t>https://github.com/ShivamRaghav7/verity/blob/codex/reasonke-integration/docs/CONTRIBUTIONS_AND_EVIDENCE.md</a:t>
            </a:r>
          </a:p>
          <a:p xmlns:a="http://schemas.openxmlformats.org/drawingml/2006/main">
            <a:r>
              <a:t>https://github.com/ShivamRaghav7/verity/blob/codex/reasonke-integration/reports/reasonke/operations-final/results.json</a:t>
            </a:r>
          </a:p>
          <a:p xmlns:a="http://schemas.openxmlformats.org/drawingml/2006/main">
            <a:r>
              <a:t>https://github.com/ShivamRaghav7/verity/blob/codex/reasonke-integration/Dockerfile.chat</a:t>
            </a:r>
          </a:p>
          <a:p xmlns:a="http://schemas.openxmlformats.org/drawingml/2006/main">
            <a:r>
              <a:t>https://github.com/ShivamRaghav7/verity/blob/codex/reasonke-integration/.github/workflows/ci.yml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 5. 08:50–10:00 (70 seconds).</a:t>
            </a:r>
          </a:p>
          <a:p xmlns:a="http://schemas.openxmlformats.org/drawingml/2006/main">
            <a:r>
              <a:t/>
            </a:r>
          </a:p>
          <a:p xmlns:a="http://schemas.openxmlformats.org/drawingml/2006/main">
            <a:r>
              <a:t>Our next milestone is a focused adaptation study. First, we will construct source-grounded edit examples with reviewed intermediate steps and create fresh lineage-separated development and test partitions. We will profile a compact pilot, train supervised adaptation, then add PPO using process and final-answer feedback. The comparison will hold the model family, retrieval, data access and inference budgets constant across the instruction baseline, SFT and SFT-plus-PPO stages. Broader evaluation will vary wording, entities, memory size and reasoning depth while measuring locality, abstention, latency and resources. We will preserve the existing results as regression evidence and use a fresh frozen test for the new research question: does training improve transfer and robustness under matched conditions?</a:t>
            </a:r>
          </a:p>
          <a:p xmlns:a="http://schemas.openxmlformats.org/drawingml/2006/main">
            <a:r>
              <a:t/>
            </a:r>
          </a:p>
          <a:p xmlns:a="http://schemas.openxmlformats.org/drawingml/2006/main">
            <a:r>
              <a:t>Visual cue</a:t>
            </a:r>
          </a:p>
          <a:p xmlns:a="http://schemas.openxmlformats.org/drawingml/2006/main">
            <a:r>
              <a:t>Point to the three matched stages and broader tests. Finish at exactly 10:00.</a:t>
            </a:r>
          </a:p>
          <a:p xmlns:a="http://schemas.openxmlformats.org/drawingml/2006/main">
            <a:r>
              <a:t/>
            </a:r>
          </a:p>
          <a:p xmlns:a="http://schemas.openxmlformats.org/drawingml/2006/main">
            <a:r>
              <a:t>Rehearsal detail</a:t>
            </a:r>
          </a:p>
          <a:p xmlns:a="http://schemas.openxmlformats.org/drawingml/2006/main">
            <a:r>
              <a:t>Planned, not completed. Begin with a measured pilot before choosing the full training size, GPU budget or optimiser-step cap. Prepare a finite run question, profiled runtime/memory, input/artifact identities, checkpoint/resume verification and stopping rule before any substantial user-run command. SFT/PPO stages should share a verified base; keep the reused ReasonKE_plus system as a separate reference, not a causal parent claim. Use new unseen test material because existing released tests have been inspected. Reward design must be validated for formatting shortcuts and wrong-but-plausible intermediate steps. No numerical gain or runtime is promised.</a:t>
            </a:r>
          </a:p>
          <a:p xmlns:a="http://schemas.openxmlformats.org/drawingml/2006/main">
            <a:r>
              <a:t/>
            </a:r>
          </a:p>
          <a:p xmlns:a="http://schemas.openxmlformats.org/drawingml/2006/main">
            <a:r>
              <a:t>Evidence</a:t>
            </a:r>
          </a:p>
          <a:p xmlns:a="http://schemas.openxmlformats.org/drawingml/2006/main">
            <a:r>
              <a:t>https://github.com/ShivamRaghav7/verity/blob/codex/reasonke-integration/docs/presentation/VERITY_MIDPROJECT_RESEARCH_ROADMAP.md</a:t>
            </a:r>
          </a:p>
          <a:p xmlns:a="http://schemas.openxmlformats.org/drawingml/2006/main">
            <a:r>
              <a:t>https://github.com/ShivamRaghav7/verity/blob/codex/reasonke-integration/configs/reasonke-model.json</a:t>
            </a:r>
          </a:p>
          <a:p xmlns:a="http://schemas.openxmlformats.org/drawingml/2006/main">
            <a:r>
              <a:t>https://github.com/ShivamRaghav7/verity/blob/codex/reasonke-integration/configs/instruction-model.json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344318b9814e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c386fdc06644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bbc7706e1248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83b341485c4d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a9c212268741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5ccd55a5db4d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9A896-C19A-4528-9AF1-9FCABEADC2C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EBAF71-1978-4D24-8C1A-FC7A4621FE5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1D122C-AD71-4688-A2D0-340DF06473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E9FCAE-9AC4-4C9F-8759-F11E387959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D85097C-5360-4A55-B225-5448A31138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6FD405E-9301-47FE-8A6C-7A10C694C41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1D85B0-8F97-41AF-AB77-829B44A17C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ED4538-73EF-4264-BED0-5FCED026B5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6716C4-7F1C-472C-B65F-1A4074EA33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318620-6863-4CD1-B9EB-0113B52784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98248147d642a7" /><Relationship Type="http://schemas.openxmlformats.org/officeDocument/2006/relationships/slideLayout" Target="/ppt/slideLayouts/slideLayout1.xml" Id="R1bc435159dfa4e6d" /><Relationship Type="http://schemas.openxmlformats.org/officeDocument/2006/relationships/slideLayout" Target="/ppt/slideLayouts/slideLayout2.xml" Id="R6d912d01f031400e" /><Relationship Type="http://schemas.openxmlformats.org/officeDocument/2006/relationships/slideLayout" Target="/ppt/slideLayouts/slideLayout3.xml" Id="R494ed323ce9c4dc0" /><Relationship Type="http://schemas.openxmlformats.org/officeDocument/2006/relationships/slideLayout" Target="/ppt/slideLayouts/slideLayout4.xml" Id="R292509e601004818" /><Relationship Type="http://schemas.openxmlformats.org/officeDocument/2006/relationships/slideLayout" Target="/ppt/slideLayouts/slideLayout5.xml" Id="Rfb23dadf607a4e61" /><Relationship Type="http://schemas.openxmlformats.org/officeDocument/2006/relationships/slideLayout" Target="/ppt/slideLayouts/slideLayout6.xml" Id="Rc7c1d5a7079149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c435159dfa4e6d"/>
    <p:sldLayoutId xmlns:r="http://schemas.openxmlformats.org/officeDocument/2006/relationships" id="2147483650" r:id="R6d912d01f031400e"/>
    <p:sldLayoutId xmlns:r="http://schemas.openxmlformats.org/officeDocument/2006/relationships" id="2147483651" r:id="R494ed323ce9c4dc0"/>
    <p:sldLayoutId xmlns:r="http://schemas.openxmlformats.org/officeDocument/2006/relationships" id="2147483652" r:id="R292509e601004818"/>
    <p:sldLayoutId xmlns:r="http://schemas.openxmlformats.org/officeDocument/2006/relationships" id="2147483653" r:id="Rfb23dadf607a4e61"/>
    <p:sldLayoutId xmlns:r="http://schemas.openxmlformats.org/officeDocument/2006/relationships" id="2147483654" r:id="Rc7c1d5a7079149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cf96d956764b0e" /><Relationship Type="http://schemas.openxmlformats.org/officeDocument/2006/relationships/notesSlide" Target="/ppt/notesSlides/notesSlide1.xml" Id="Rfec004261ae347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9b12a64a504a03" /><Relationship Type="http://schemas.openxmlformats.org/officeDocument/2006/relationships/image" Target="/ppt/media/image.jpeg" Id="Raedade5c57d44104" /><Relationship Type="http://schemas.openxmlformats.org/officeDocument/2006/relationships/notesSlide" Target="/ppt/notesSlides/notesSlide2.xml" Id="R72865d369cc44a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b4bb74c2314576" /><Relationship Type="http://schemas.openxmlformats.org/officeDocument/2006/relationships/notesSlide" Target="/ppt/notesSlides/notesSlide3.xml" Id="Rf7ae1d1021864a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528eafbdcd4446" /><Relationship Type="http://schemas.openxmlformats.org/officeDocument/2006/relationships/notesSlide" Target="/ppt/notesSlides/notesSlide4.xml" Id="R99b9349ea45f46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5908efc1724512" /><Relationship Type="http://schemas.openxmlformats.org/officeDocument/2006/relationships/notesSlide" Target="/ppt/notesSlides/notesSlide5.xml" Id="Rf229512583dc4c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e9a90c8c964ecf" /><Relationship Type="http://schemas.openxmlformats.org/officeDocument/2006/relationships/image" Target="/ppt/media/image2.jpeg" Id="R2148a1d53d514acf" /><Relationship Type="http://schemas.openxmlformats.org/officeDocument/2006/relationships/notesSlide" Target="/ppt/notesSlides/notesSlide6.xml" Id="Rc7fb0c8679134e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8991896c0374320" /><Relationship Type="http://schemas.openxmlformats.org/officeDocument/2006/relationships/image" Target="/ppt/media/image3.jpeg" Id="R2edd4ee095104e38" /><Relationship Type="http://schemas.openxmlformats.org/officeDocument/2006/relationships/notesSlide" Target="/ppt/notesSlides/notesSlide7.xml" Id="Rc5fbf03963de40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3ea194134c4460" /><Relationship Type="http://schemas.openxmlformats.org/officeDocument/2006/relationships/image" Target="/ppt/media/image4.jpeg" Id="Rae59a99ae2c24825" /><Relationship Type="http://schemas.openxmlformats.org/officeDocument/2006/relationships/notesSlide" Target="/ppt/notesSlides/notesSlide8.xml" Id="R83cfbf161e2e4a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607af98a0b4c47" /><Relationship Type="http://schemas.openxmlformats.org/officeDocument/2006/relationships/notesSlide" Target="/ppt/notesSlides/notesSlide9.xml" Id="Rd4045b64a8c644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bc17ca2a3334636" /><Relationship Type="http://schemas.openxmlformats.org/officeDocument/2006/relationships/chart" Target="/ppt/slides/charts/chart1.xml" Id="Re0c3cd096d6d44d9" /><Relationship Type="http://schemas.openxmlformats.org/officeDocument/2006/relationships/notesSlide" Target="/ppt/notesSlides/notesSlide10.xml" Id="R4e3a818f65e042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ffd75f8ac854c40" /><Relationship Type="http://schemas.openxmlformats.org/officeDocument/2006/relationships/chart" Target="/ppt/slides/charts/chart2.xml" Id="R13d6039b77dc4ec5" /><Relationship Type="http://schemas.openxmlformats.org/officeDocument/2006/relationships/notesSlide" Target="/ppt/notesSlides/notesSlide11.xml" Id="R8476b51374ba49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f867f184cb468e" /><Relationship Type="http://schemas.openxmlformats.org/officeDocument/2006/relationships/notesSlide" Target="/ppt/notesSlides/notesSlide12.xml" Id="R1a16383d7d3840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682ee9fde214c68" /><Relationship Type="http://schemas.openxmlformats.org/officeDocument/2006/relationships/notesSlide" Target="/ppt/notesSlides/notesSlide13.xml" Id="R700e52e7f44940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ReasonKE_plus </c:v>
          </c:tx>
          <c:spPr>
            <a:solidFill xmlns:a="http://schemas.openxmlformats.org/drawingml/2006/main">
              <a:srgbClr val="247A70"/>
            </a:solidFill>
          </c:spPr>
          <c:invertIfNegative val="0"/>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23039"/>
                    </a:solidFill>
                  </a:defRPr>
                </a:pPr>
              </a:p>
            </c:txPr>
            <c:dLblPos val="outEnd"/>
            <c:showLegendKey val="0"/>
            <c:showVal val="1"/>
            <c:showCatName val="0"/>
            <c:showSerName val="0"/>
            <c:showPercent val="0"/>
            <c:showBubbleSize val="0"/>
            <c:showLeaderLines val="0"/>
          </c:dLbls>
          <c:cat>
            <c:strRef>
              <c:f>'Chart Data'!$A$2:$A$3</c:f>
              <c:strCache>
                <c:ptCount val="2"/>
                <c:pt idx="0">
                  <c:v>Original study</c:v>
                </c:pt>
                <c:pt idx="1">
                  <c:v>Depth challenge</c:v>
                </c:pt>
              </c:strCache>
            </c:strRef>
          </c:cat>
          <c:val>
            <c:numRef>
              <c:f>'Chart Data'!$B$2:$B$3</c:f>
              <c:numCache>
                <c:formatCode>0</c:formatCode>
                <c:ptCount val="2"/>
                <c:pt idx="0">
                  <c:v>256</c:v>
                </c:pt>
                <c:pt idx="1">
                  <c:v>256</c:v>
                </c:pt>
              </c:numCache>
            </c:numRef>
          </c:val>
        </c:ser>
        <c:ser>
          <c:idx val="1"/>
          <c:order val="1"/>
          <c:tx>
            <c:v>Qwen2.5-7B </c:v>
          </c:tx>
          <c:spPr>
            <a:solidFill xmlns:a="http://schemas.openxmlformats.org/drawingml/2006/main">
              <a:srgbClr val="C97552"/>
            </a:solidFill>
          </c:spPr>
          <c:invertIfNegative val="0"/>
          <c:dLbls>
            <c:numFmt formatCode="0" sourceLinked="0"/>
            <c:txPr>
              <a:bodyPr xmlns:a="http://schemas.openxmlformats.org/drawingml/2006/main" anchorCtr="1"/>
              <a:lstStyle xmlns:a="http://schemas.openxmlformats.org/drawingml/2006/main"/>
              <a:p xmlns:a="http://schemas.openxmlformats.org/drawingml/2006/main">
                <a:pPr>
                  <a:defRPr sz="1875" b="1">
                    <a:solidFill>
                      <a:srgbClr val="123039"/>
                    </a:solidFill>
                  </a:defRPr>
                </a:pPr>
              </a:p>
            </c:txPr>
            <c:dLblPos val="outEnd"/>
            <c:showLegendKey val="0"/>
            <c:showVal val="1"/>
            <c:showCatName val="0"/>
            <c:showSerName val="0"/>
            <c:showPercent val="0"/>
            <c:showBubbleSize val="0"/>
            <c:showLeaderLines val="0"/>
          </c:dLbls>
          <c:cat>
            <c:strRef>
              <c:f>'Chart Data'!$C$2:$C$3</c:f>
              <c:strCache>
                <c:ptCount val="2"/>
                <c:pt idx="0">
                  <c:v>Original study</c:v>
                </c:pt>
                <c:pt idx="1">
                  <c:v>Depth challenge</c:v>
                </c:pt>
              </c:strCache>
            </c:strRef>
          </c:cat>
          <c:val>
            <c:numRef>
              <c:f>'Chart Data'!$D$2:$D$3</c:f>
              <c:numCache>
                <c:formatCode>0</c:formatCode>
                <c:ptCount val="2"/>
                <c:pt idx="0">
                  <c:v>241</c:v>
                </c:pt>
                <c:pt idx="1">
                  <c:v>248</c:v>
                </c:pt>
              </c:numCache>
            </c:numRef>
          </c:val>
        </c:ser>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800">
                <a:solidFill>
                  <a:srgbClr val="123039"/>
                </a:solidFill>
              </a:defRPr>
            </a:pPr>
          </a:p>
        </c:txPr>
        <c:crossAx val="48672768"/>
      </c:catAx>
      <c:valAx>
        <c:axId val="48672768"/>
        <c:scaling>
          <c:orientation val="minMax"/>
          <c:max val="280"/>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650">
                    <a:solidFill>
                      <a:srgbClr val="576969"/>
                    </a:solidFill>
                  </a:rPr>
                  <a:t>Correct answers</a:t>
                </a:r>
              </a:p>
            </c:rich>
          </c:tx>
          <c:overlay val="0"/>
          <c:txPr>
            <a:bodyPr xmlns:a="http://schemas.openxmlformats.org/drawingml/2006/main" anchorCtr="1"/>
            <a:lstStyle xmlns:a="http://schemas.openxmlformats.org/drawingml/2006/main"/>
            <a:p xmlns:a="http://schemas.openxmlformats.org/drawingml/2006/main">
              <a:pPr>
                <a:defRPr sz="1650">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76969"/>
                </a:solidFill>
              </a:defRPr>
            </a:pPr>
          </a:p>
        </c:txPr>
        <c:crossAx val="48650112"/>
        <c:crossBetween val="between"/>
        <c:majorUnit val="64"/>
      </c:valAx>
      <c:spPr>
        <a:solidFill xmlns:a="http://schemas.openxmlformats.org/drawingml/2006/main">
          <a:srgbClr val="F8F6F1"/>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3039"/>
              </a:solidFill>
            </a:defRPr>
          </a:pPr>
        </a:p>
      </c:txPr>
    </c:legend>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latency </c:v>
          </c:tx>
          <c:spPr>
            <a:solidFill xmlns:a="http://schemas.openxmlformats.org/drawingml/2006/main">
              <a:srgbClr val="247A70"/>
            </a:solidFill>
          </c:spPr>
          <c:invertIfNegative val="0"/>
          <c:dPt>
            <c:idx val="0"/>
            <c:invertIfNegative val="0"/>
            <c:spPr>
              <a:solidFill xmlns:a="http://schemas.openxmlformats.org/drawingml/2006/main">
                <a:srgbClr val="247A70"/>
              </a:solidFill>
            </c:spPr>
          </c:dPt>
          <c:dPt>
            <c:idx val="1"/>
            <c:invertIfNegative val="0"/>
            <c:spPr>
              <a:solidFill xmlns:a="http://schemas.openxmlformats.org/drawingml/2006/main">
                <a:srgbClr val="C97552"/>
              </a:solidFill>
            </c:spPr>
          </c:dPt>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23039"/>
                    </a:solidFill>
                  </a:defRPr>
                </a:pPr>
              </a:p>
            </c:txPr>
            <c:dLblPos val="outEnd"/>
            <c:showLegendKey val="0"/>
            <c:showVal val="1"/>
            <c:showCatName val="0"/>
            <c:showSerName val="0"/>
            <c:showPercent val="0"/>
            <c:showBubbleSize val="0"/>
            <c:showLeaderLines val="0"/>
          </c:dLbls>
          <c:cat>
            <c:strRef>
              <c:f>'Chart Data'!$A$2:$A$3</c:f>
              <c:strCache>
                <c:ptCount val="2"/>
                <c:pt idx="0">
                  <c:v>ReasonKE_plus
+ iterative retrieval</c:v>
                </c:pt>
                <c:pt idx="1">
                  <c:v>Qwen2.5-7B
+ iterative retrieval</c:v>
                </c:pt>
              </c:strCache>
            </c:strRef>
          </c:cat>
          <c:val>
            <c:numRef>
              <c:f>'Chart Data'!$B$2:$B$3</c:f>
              <c:numCache>
                <c:formatCode>0</c:formatCode>
                <c:ptCount val="2"/>
                <c:pt idx="0">
                  <c:v>15.935824386</c:v>
                </c:pt>
                <c:pt idx="1">
                  <c:v>1.118971887</c:v>
                </c:pt>
              </c:numCache>
            </c:numRef>
          </c:val>
        </c:ser>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FDA"/>
            </a:solidFill>
          </a:ln>
        </c:spPr>
        <c:txPr>
          <a:bodyPr xmlns:a="http://schemas.openxmlformats.org/drawingml/2006/main" anchorCtr="1"/>
          <a:lstStyle xmlns:a="http://schemas.openxmlformats.org/drawingml/2006/main"/>
          <a:p xmlns:a="http://schemas.openxmlformats.org/drawingml/2006/main">
            <a:pPr>
              <a:defRPr sz="1800">
                <a:solidFill>
                  <a:srgbClr val="123039"/>
                </a:solidFill>
              </a:defRPr>
            </a:pPr>
          </a:p>
        </c:txPr>
        <c:crossAx val="48672768"/>
      </c:catAx>
      <c:valAx>
        <c:axId val="48672768"/>
        <c:scaling>
          <c:orientation val="minMax"/>
          <c:max val="22"/>
          <c:min val="0"/>
        </c:scaling>
        <c:delete val="0"/>
        <c:axPos val="l"/>
        <c:majorGridlines>
          <c:spPr>
            <a:ln xmlns:a="http://schemas.openxmlformats.org/drawingml/2006/main" w="9525">
              <a:solidFill>
                <a:srgbClr val="D7DFDA"/>
              </a:solidFill>
            </a:ln>
          </c:spPr>
        </c:majorGridlines>
        <c:title>
          <c:tx>
            <c:rich>
              <a:bodyPr xmlns:a="http://schemas.openxmlformats.org/drawingml/2006/main"/>
              <a:lstStyle xmlns:a="http://schemas.openxmlformats.org/drawingml/2006/main"/>
              <a:p xmlns:a="http://schemas.openxmlformats.org/drawingml/2006/main">
                <a:r>
                  <a:rPr sz="1650">
                    <a:solidFill>
                      <a:srgbClr val="576969"/>
                    </a:solidFill>
                  </a:rPr>
                  <a:t>Seconds</a:t>
                </a:r>
              </a:p>
            </c:rich>
          </c:tx>
          <c:overlay val="0"/>
          <c:txPr>
            <a:bodyPr xmlns:a="http://schemas.openxmlformats.org/drawingml/2006/main" anchorCtr="1"/>
            <a:lstStyle xmlns:a="http://schemas.openxmlformats.org/drawingml/2006/main"/>
            <a:p xmlns:a="http://schemas.openxmlformats.org/drawingml/2006/main">
              <a:pPr>
                <a:defRPr sz="1650">
                  <a:solidFill>
                    <a:srgbClr val="576969"/>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76969"/>
                </a:solidFill>
              </a:defRPr>
            </a:pPr>
          </a:p>
        </c:txPr>
        <c:crossAx val="48650112"/>
        <c:crossBetween val="between"/>
        <c:majorUnit val="5"/>
      </c:valAx>
      <c:spPr>
        <a:solidFill xmlns:a="http://schemas.openxmlformats.org/drawingml/2006/main">
          <a:srgbClr val="F8F6F1"/>
        </a:solidFill>
        <a:ln xmlns:a="http://schemas.openxmlformats.org/drawingml/2006/main" w="0">
          <a:noFill/>
        </a:ln>
      </c:spPr>
    </c:plotArea>
    <c:plotVisOnly val="1"/>
  </c:chart>
  <c:spPr>
    <a:solidFill xmlns:a="http://schemas.openxmlformats.org/drawingml/2006/main">
      <a:srgbClr val="F8F6F1"/>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3039"/>
        </a:solidFill>
      </p:bgPr>
    </p:bg>
    <p:spTree>
      <p:nvGrpSpPr>
        <p:cNvPr id="1" name=""/>
        <p:cNvGrpSpPr/>
        <p:nvPr/>
      </p:nvGrpSpPr>
      <p:grpSpPr>
        <a:xfrm xmlns:a="http://schemas.openxmlformats.org/drawingml/2006/main"/>
      </p:grpSpPr>
      <p:sp>
        <p:nvSpPr>
          <p:cNvPr id="5" name="Verity">
            <a:extLst xmlns:a="http://schemas.openxmlformats.org/drawingml/2006/main">
              <a:ext uri="{FF2B5EF4-FFF2-40B4-BE49-F238E27FC236}">
                <a16:creationId xmlns:a16="http://schemas.microsoft.com/office/drawing/2014/main" id="{75AD0F1E-0910-4023-8A97-8607B90D6613}"/>
              </a:ext>
            </a:extLst>
          </p:cNvPr>
          <p:cNvSpPr>
            <a:spLocks xmlns:a="http://schemas.openxmlformats.org/drawingml/2006/main" noGrp="1"/>
          </p:cNvSpPr>
          <p:nvPr/>
        </p:nvSpPr>
        <p:spPr>
          <a:xfrm xmlns:a="http://schemas.openxmlformats.org/drawingml/2006/main">
            <a:off x="666750" y="1123950"/>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7950" b="1">
                <a:solidFill>
                  <a:srgbClr val="FFFFFF"/>
                </a:solidFill>
                <a:latin typeface="Calibri"/>
                <a:ea typeface="Calibri"/>
                <a:cs typeface="Calibri"/>
              </a:defRPr>
            </a:defPPr>
            <a:lvl1pPr algn="l">
              <a:defRPr sz="7950" b="1">
                <a:solidFill>
                  <a:srgbClr val="FFFFFF"/>
                </a:solidFill>
                <a:latin typeface="Calibri"/>
                <a:ea typeface="Calibri"/>
                <a:cs typeface="Calibri"/>
              </a:defRPr>
            </a:lvl1pPr>
            <a:lvl2pPr algn="l">
              <a:defRPr sz="7950" b="1">
                <a:solidFill>
                  <a:srgbClr val="FFFFFF"/>
                </a:solidFill>
                <a:latin typeface="Calibri"/>
                <a:ea typeface="Calibri"/>
                <a:cs typeface="Calibri"/>
              </a:defRPr>
            </a:lvl2pPr>
            <a:lvl3pPr algn="l">
              <a:defRPr sz="7950" b="1">
                <a:solidFill>
                  <a:srgbClr val="FFFFFF"/>
                </a:solidFill>
                <a:latin typeface="Calibri"/>
                <a:ea typeface="Calibri"/>
                <a:cs typeface="Calibri"/>
              </a:defRPr>
            </a:lvl3pPr>
            <a:lvl4pPr algn="l">
              <a:defRPr sz="7950" b="1">
                <a:solidFill>
                  <a:srgbClr val="FFFFFF"/>
                </a:solidFill>
                <a:latin typeface="Calibri"/>
                <a:ea typeface="Calibri"/>
                <a:cs typeface="Calibri"/>
              </a:defRPr>
            </a:lvl4pPr>
            <a:lvl5pPr algn="l">
              <a:defRPr sz="7950" b="1">
                <a:solidFill>
                  <a:srgbClr val="FFFFFF"/>
                </a:solidFill>
                <a:latin typeface="Calibri"/>
                <a:ea typeface="Calibri"/>
                <a:cs typeface="Calibri"/>
              </a:defRPr>
            </a:lvl5pPr>
            <a:lvl6pPr algn="l">
              <a:defRPr sz="7950" b="1">
                <a:solidFill>
                  <a:srgbClr val="FFFFFF"/>
                </a:solidFill>
                <a:latin typeface="Calibri"/>
                <a:ea typeface="Calibri"/>
                <a:cs typeface="Calibri"/>
              </a:defRPr>
            </a:lvl6pPr>
            <a:lvl7pPr algn="l">
              <a:defRPr sz="7950" b="1">
                <a:solidFill>
                  <a:srgbClr val="FFFFFF"/>
                </a:solidFill>
                <a:latin typeface="Calibri"/>
                <a:ea typeface="Calibri"/>
                <a:cs typeface="Calibri"/>
              </a:defRPr>
            </a:lvl7pPr>
            <a:lvl8pPr algn="l">
              <a:defRPr sz="7950" b="1">
                <a:solidFill>
                  <a:srgbClr val="FFFFFF"/>
                </a:solidFill>
                <a:latin typeface="Calibri"/>
                <a:ea typeface="Calibri"/>
                <a:cs typeface="Calibri"/>
              </a:defRPr>
            </a:lvl8pPr>
            <a:lvl9pPr algn="l">
              <a:defRPr sz="7950" b="1">
                <a:solidFill>
                  <a:srgbClr val="FFFFFF"/>
                </a:solidFill>
                <a:latin typeface="Calibri"/>
                <a:ea typeface="Calibri"/>
                <a:cs typeface="Calibri"/>
              </a:defRPr>
            </a:lvl9pPr>
          </a:lstStyle>
          <a:p xmlns:a="http://schemas.openxmlformats.org/drawingml/2006/main">
            <a:pPr algn="l">
              <a:defRPr sz="7950" b="1">
                <a:solidFill>
                  <a:srgbClr val="FFFFFF"/>
                </a:solidFill>
                <a:latin typeface="Calibri"/>
                <a:ea typeface="Calibri"/>
                <a:cs typeface="Calibri"/>
              </a:defRPr>
            </a:pPr>
            <a:r>
              <a:rPr sz="7950" b="1">
                <a:solidFill>
                  <a:srgbClr val="FFFFFF"/>
                </a:solidFill>
                <a:latin typeface="Calibri"/>
                <a:ea typeface="Calibri"/>
                <a:cs typeface="Calibri"/>
              </a:rPr>
              <a:t>Verity</a:t>
            </a:r>
          </a:p>
        </p:txBody>
      </p:sp>
      <p:sp>
        <p:nvSpPr>
          <p:cNvPr id="2" name="Governed knowledge updates&#10;for AI assistants">
            <a:extLst xmlns:a="http://schemas.openxmlformats.org/drawingml/2006/main">
              <a:ext uri="{FF2B5EF4-FFF2-40B4-BE49-F238E27FC236}">
                <a16:creationId xmlns:a16="http://schemas.microsoft.com/office/drawing/2014/main" id="{3508D762-9421-4397-8FA6-F3F1E146657D}"/>
              </a:ext>
            </a:extLst>
          </p:cNvPr>
          <p:cNvSpPr>
            <a:spLocks xmlns:a="http://schemas.openxmlformats.org/drawingml/2006/main" noGrp="1"/>
          </p:cNvSpPr>
          <p:nvPr/>
        </p:nvSpPr>
        <p:spPr>
          <a:xfrm xmlns:a="http://schemas.openxmlformats.org/drawingml/2006/main">
            <a:off x="723900" y="2809875"/>
            <a:ext cx="10668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450" b="0">
                <a:solidFill>
                  <a:srgbClr val="FFFFFF"/>
                </a:solidFill>
                <a:latin typeface="Calibri"/>
                <a:ea typeface="Calibri"/>
                <a:cs typeface="Calibri"/>
              </a:defRPr>
            </a:defPPr>
            <a:lvl1pPr algn="l">
              <a:defRPr sz="3450" b="0">
                <a:solidFill>
                  <a:srgbClr val="FFFFFF"/>
                </a:solidFill>
                <a:latin typeface="Calibri"/>
                <a:ea typeface="Calibri"/>
                <a:cs typeface="Calibri"/>
              </a:defRPr>
            </a:lvl1pPr>
            <a:lvl2pPr algn="l">
              <a:defRPr sz="3450" b="0">
                <a:solidFill>
                  <a:srgbClr val="FFFFFF"/>
                </a:solidFill>
                <a:latin typeface="Calibri"/>
                <a:ea typeface="Calibri"/>
                <a:cs typeface="Calibri"/>
              </a:defRPr>
            </a:lvl2pPr>
            <a:lvl3pPr algn="l">
              <a:defRPr sz="3450" b="0">
                <a:solidFill>
                  <a:srgbClr val="FFFFFF"/>
                </a:solidFill>
                <a:latin typeface="Calibri"/>
                <a:ea typeface="Calibri"/>
                <a:cs typeface="Calibri"/>
              </a:defRPr>
            </a:lvl3pPr>
            <a:lvl4pPr algn="l">
              <a:defRPr sz="3450" b="0">
                <a:solidFill>
                  <a:srgbClr val="FFFFFF"/>
                </a:solidFill>
                <a:latin typeface="Calibri"/>
                <a:ea typeface="Calibri"/>
                <a:cs typeface="Calibri"/>
              </a:defRPr>
            </a:lvl4pPr>
            <a:lvl5pPr algn="l">
              <a:defRPr sz="3450" b="0">
                <a:solidFill>
                  <a:srgbClr val="FFFFFF"/>
                </a:solidFill>
                <a:latin typeface="Calibri"/>
                <a:ea typeface="Calibri"/>
                <a:cs typeface="Calibri"/>
              </a:defRPr>
            </a:lvl5pPr>
            <a:lvl6pPr algn="l">
              <a:defRPr sz="3450" b="0">
                <a:solidFill>
                  <a:srgbClr val="FFFFFF"/>
                </a:solidFill>
                <a:latin typeface="Calibri"/>
                <a:ea typeface="Calibri"/>
                <a:cs typeface="Calibri"/>
              </a:defRPr>
            </a:lvl6pPr>
            <a:lvl7pPr algn="l">
              <a:defRPr sz="3450" b="0">
                <a:solidFill>
                  <a:srgbClr val="FFFFFF"/>
                </a:solidFill>
                <a:latin typeface="Calibri"/>
                <a:ea typeface="Calibri"/>
                <a:cs typeface="Calibri"/>
              </a:defRPr>
            </a:lvl7pPr>
            <a:lvl8pPr algn="l">
              <a:defRPr sz="3450" b="0">
                <a:solidFill>
                  <a:srgbClr val="FFFFFF"/>
                </a:solidFill>
                <a:latin typeface="Calibri"/>
                <a:ea typeface="Calibri"/>
                <a:cs typeface="Calibri"/>
              </a:defRPr>
            </a:lvl8pPr>
            <a:lvl9pPr algn="l">
              <a:defRPr sz="3450" b="0">
                <a:solidFill>
                  <a:srgbClr val="FFFFFF"/>
                </a:solidFill>
                <a:latin typeface="Calibri"/>
                <a:ea typeface="Calibri"/>
                <a:cs typeface="Calibri"/>
              </a:defRPr>
            </a:lvl9pPr>
          </a:lstStyle>
          <a:p xmlns:a="http://schemas.openxmlformats.org/drawingml/2006/main">
            <a:pPr algn="l">
              <a:defRPr sz="3450" b="0">
                <a:solidFill>
                  <a:srgbClr val="FFFFFF"/>
                </a:solidFill>
                <a:latin typeface="Calibri"/>
                <a:ea typeface="Calibri"/>
                <a:cs typeface="Calibri"/>
              </a:defRPr>
            </a:pPr>
            <a:r>
              <a:rPr sz="3450" b="0">
                <a:solidFill>
                  <a:srgbClr val="FFFFFF"/>
                </a:solidFill>
                <a:latin typeface="Calibri"/>
                <a:ea typeface="Calibri"/>
                <a:cs typeface="Calibri"/>
              </a:rPr>
              <a:t>Governed knowledge updates</a:t>
            </a:r>
          </a:p>
          <a:p xmlns:a="http://schemas.openxmlformats.org/drawingml/2006/main">
            <a:pPr algn="l">
              <a:defRPr sz="3450" b="0">
                <a:solidFill>
                  <a:srgbClr val="FFFFFF"/>
                </a:solidFill>
                <a:latin typeface="Calibri"/>
                <a:ea typeface="Calibri"/>
                <a:cs typeface="Calibri"/>
              </a:defRPr>
            </a:pPr>
            <a:r>
              <a:rPr sz="3450" b="0">
                <a:solidFill>
                  <a:srgbClr val="FFFFFF"/>
                </a:solidFill>
                <a:latin typeface="Calibri"/>
                <a:ea typeface="Calibri"/>
                <a:cs typeface="Calibri"/>
              </a:rPr>
              <a:t>for AI assistants</a:t>
            </a:r>
          </a:p>
        </p:txBody>
      </p:sp>
      <p:sp>
        <p:nvSpPr>
          <p:cNvPr id="3" name="Mid-project review">
            <a:extLst xmlns:a="http://schemas.openxmlformats.org/drawingml/2006/main">
              <a:ext uri="{FF2B5EF4-FFF2-40B4-BE49-F238E27FC236}">
                <a16:creationId xmlns:a16="http://schemas.microsoft.com/office/drawing/2014/main" id="{C43C45C8-4AB2-4A78-8182-6173542DCF52}"/>
              </a:ext>
            </a:extLst>
          </p:cNvPr>
          <p:cNvSpPr>
            <a:spLocks xmlns:a="http://schemas.openxmlformats.org/drawingml/2006/main" noGrp="1"/>
          </p:cNvSpPr>
          <p:nvPr/>
        </p:nvSpPr>
        <p:spPr>
          <a:xfrm xmlns:a="http://schemas.openxmlformats.org/drawingml/2006/main">
            <a:off x="723900" y="5153025"/>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CBDDD7"/>
                </a:solidFill>
                <a:latin typeface="Calibri"/>
                <a:ea typeface="Calibri"/>
                <a:cs typeface="Calibri"/>
              </a:defRPr>
            </a:defPPr>
            <a:lvl1pPr algn="l">
              <a:defRPr sz="2175" b="0">
                <a:solidFill>
                  <a:srgbClr val="CBDDD7"/>
                </a:solidFill>
                <a:latin typeface="Calibri"/>
                <a:ea typeface="Calibri"/>
                <a:cs typeface="Calibri"/>
              </a:defRPr>
            </a:lvl1pPr>
            <a:lvl2pPr algn="l">
              <a:defRPr sz="2175" b="0">
                <a:solidFill>
                  <a:srgbClr val="CBDDD7"/>
                </a:solidFill>
                <a:latin typeface="Calibri"/>
                <a:ea typeface="Calibri"/>
                <a:cs typeface="Calibri"/>
              </a:defRPr>
            </a:lvl2pPr>
            <a:lvl3pPr algn="l">
              <a:defRPr sz="2175" b="0">
                <a:solidFill>
                  <a:srgbClr val="CBDDD7"/>
                </a:solidFill>
                <a:latin typeface="Calibri"/>
                <a:ea typeface="Calibri"/>
                <a:cs typeface="Calibri"/>
              </a:defRPr>
            </a:lvl3pPr>
            <a:lvl4pPr algn="l">
              <a:defRPr sz="2175" b="0">
                <a:solidFill>
                  <a:srgbClr val="CBDDD7"/>
                </a:solidFill>
                <a:latin typeface="Calibri"/>
                <a:ea typeface="Calibri"/>
                <a:cs typeface="Calibri"/>
              </a:defRPr>
            </a:lvl4pPr>
            <a:lvl5pPr algn="l">
              <a:defRPr sz="2175" b="0">
                <a:solidFill>
                  <a:srgbClr val="CBDDD7"/>
                </a:solidFill>
                <a:latin typeface="Calibri"/>
                <a:ea typeface="Calibri"/>
                <a:cs typeface="Calibri"/>
              </a:defRPr>
            </a:lvl5pPr>
            <a:lvl6pPr algn="l">
              <a:defRPr sz="2175" b="0">
                <a:solidFill>
                  <a:srgbClr val="CBDDD7"/>
                </a:solidFill>
                <a:latin typeface="Calibri"/>
                <a:ea typeface="Calibri"/>
                <a:cs typeface="Calibri"/>
              </a:defRPr>
            </a:lvl6pPr>
            <a:lvl7pPr algn="l">
              <a:defRPr sz="2175" b="0">
                <a:solidFill>
                  <a:srgbClr val="CBDDD7"/>
                </a:solidFill>
                <a:latin typeface="Calibri"/>
                <a:ea typeface="Calibri"/>
                <a:cs typeface="Calibri"/>
              </a:defRPr>
            </a:lvl7pPr>
            <a:lvl8pPr algn="l">
              <a:defRPr sz="2175" b="0">
                <a:solidFill>
                  <a:srgbClr val="CBDDD7"/>
                </a:solidFill>
                <a:latin typeface="Calibri"/>
                <a:ea typeface="Calibri"/>
                <a:cs typeface="Calibri"/>
              </a:defRPr>
            </a:lvl8pPr>
            <a:lvl9pPr algn="l">
              <a:defRPr sz="2175" b="0">
                <a:solidFill>
                  <a:srgbClr val="CBDDD7"/>
                </a:solidFill>
                <a:latin typeface="Calibri"/>
                <a:ea typeface="Calibri"/>
                <a:cs typeface="Calibri"/>
              </a:defRPr>
            </a:lvl9pPr>
          </a:lstStyle>
          <a:p xmlns:a="http://schemas.openxmlformats.org/drawingml/2006/main">
            <a:pPr algn="l">
              <a:defRPr sz="2175" b="0">
                <a:solidFill>
                  <a:srgbClr val="CBDDD7"/>
                </a:solidFill>
                <a:latin typeface="Calibri"/>
                <a:ea typeface="Calibri"/>
                <a:cs typeface="Calibri"/>
              </a:defRPr>
            </a:pPr>
            <a:r>
              <a:rPr sz="2175" b="0">
                <a:solidFill>
                  <a:srgbClr val="CBDDD7"/>
                </a:solidFill>
                <a:latin typeface="Calibri"/>
                <a:ea typeface="Calibri"/>
                <a:cs typeface="Calibri"/>
              </a:rPr>
              <a:t>Mid-project review</a:t>
            </a:r>
          </a:p>
        </p:txBody>
      </p:sp>
      <p:sp>
        <p:nvSpPr>
          <p:cNvPr id="4" name="31 October 2026">
            <a:extLst xmlns:a="http://schemas.openxmlformats.org/drawingml/2006/main">
              <a:ext uri="{FF2B5EF4-FFF2-40B4-BE49-F238E27FC236}">
                <a16:creationId xmlns:a16="http://schemas.microsoft.com/office/drawing/2014/main" id="{DFECE74F-3522-41DB-8D0E-CFCD90E30CEC}"/>
              </a:ext>
            </a:extLst>
          </p:cNvPr>
          <p:cNvSpPr>
            <a:spLocks xmlns:a="http://schemas.openxmlformats.org/drawingml/2006/main" noGrp="1"/>
          </p:cNvSpPr>
          <p:nvPr/>
        </p:nvSpPr>
        <p:spPr>
          <a:xfrm xmlns:a="http://schemas.openxmlformats.org/drawingml/2006/main">
            <a:off x="723900" y="5695950"/>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CBDDD7"/>
                </a:solidFill>
                <a:latin typeface="Calibri"/>
                <a:ea typeface="Calibri"/>
                <a:cs typeface="Calibri"/>
              </a:defRPr>
            </a:defPPr>
            <a:lvl1pPr algn="l">
              <a:defRPr sz="1800" b="0">
                <a:solidFill>
                  <a:srgbClr val="CBDDD7"/>
                </a:solidFill>
                <a:latin typeface="Calibri"/>
                <a:ea typeface="Calibri"/>
                <a:cs typeface="Calibri"/>
              </a:defRPr>
            </a:lvl1pPr>
            <a:lvl2pPr algn="l">
              <a:defRPr sz="1800" b="0">
                <a:solidFill>
                  <a:srgbClr val="CBDDD7"/>
                </a:solidFill>
                <a:latin typeface="Calibri"/>
                <a:ea typeface="Calibri"/>
                <a:cs typeface="Calibri"/>
              </a:defRPr>
            </a:lvl2pPr>
            <a:lvl3pPr algn="l">
              <a:defRPr sz="1800" b="0">
                <a:solidFill>
                  <a:srgbClr val="CBDDD7"/>
                </a:solidFill>
                <a:latin typeface="Calibri"/>
                <a:ea typeface="Calibri"/>
                <a:cs typeface="Calibri"/>
              </a:defRPr>
            </a:lvl3pPr>
            <a:lvl4pPr algn="l">
              <a:defRPr sz="1800" b="0">
                <a:solidFill>
                  <a:srgbClr val="CBDDD7"/>
                </a:solidFill>
                <a:latin typeface="Calibri"/>
                <a:ea typeface="Calibri"/>
                <a:cs typeface="Calibri"/>
              </a:defRPr>
            </a:lvl4pPr>
            <a:lvl5pPr algn="l">
              <a:defRPr sz="1800" b="0">
                <a:solidFill>
                  <a:srgbClr val="CBDDD7"/>
                </a:solidFill>
                <a:latin typeface="Calibri"/>
                <a:ea typeface="Calibri"/>
                <a:cs typeface="Calibri"/>
              </a:defRPr>
            </a:lvl5pPr>
            <a:lvl6pPr algn="l">
              <a:defRPr sz="1800" b="0">
                <a:solidFill>
                  <a:srgbClr val="CBDDD7"/>
                </a:solidFill>
                <a:latin typeface="Calibri"/>
                <a:ea typeface="Calibri"/>
                <a:cs typeface="Calibri"/>
              </a:defRPr>
            </a:lvl6pPr>
            <a:lvl7pPr algn="l">
              <a:defRPr sz="1800" b="0">
                <a:solidFill>
                  <a:srgbClr val="CBDDD7"/>
                </a:solidFill>
                <a:latin typeface="Calibri"/>
                <a:ea typeface="Calibri"/>
                <a:cs typeface="Calibri"/>
              </a:defRPr>
            </a:lvl7pPr>
            <a:lvl8pPr algn="l">
              <a:defRPr sz="1800" b="0">
                <a:solidFill>
                  <a:srgbClr val="CBDDD7"/>
                </a:solidFill>
                <a:latin typeface="Calibri"/>
                <a:ea typeface="Calibri"/>
                <a:cs typeface="Calibri"/>
              </a:defRPr>
            </a:lvl8pPr>
            <a:lvl9pPr algn="l">
              <a:defRPr sz="1800" b="0">
                <a:solidFill>
                  <a:srgbClr val="CBDDD7"/>
                </a:solidFill>
                <a:latin typeface="Calibri"/>
                <a:ea typeface="Calibri"/>
                <a:cs typeface="Calibri"/>
              </a:defRPr>
            </a:lvl9pPr>
          </a:lstStyle>
          <a:p xmlns:a="http://schemas.openxmlformats.org/drawingml/2006/main">
            <a:pPr algn="l">
              <a:defRPr sz="1800" b="0">
                <a:solidFill>
                  <a:srgbClr val="CBDDD7"/>
                </a:solidFill>
                <a:latin typeface="Calibri"/>
                <a:ea typeface="Calibri"/>
                <a:cs typeface="Calibri"/>
              </a:defRPr>
            </a:pPr>
            <a:r>
              <a:rPr sz="1800" b="0">
                <a:solidFill>
                  <a:srgbClr val="CBDDD7"/>
                </a:solidFill>
                <a:latin typeface="Calibri"/>
                <a:ea typeface="Calibri"/>
                <a:cs typeface="Calibri"/>
              </a:rPr>
              <a:t>31 October 2026</a:t>
            </a:r>
          </a:p>
        </p:txBody>
      </p:sp>
    </p:spTree>
    <p:extLst>
      <p:ext uri="{BB962C8B-B14F-4D97-AF65-F5344CB8AC3E}">
        <p14:creationId xmlns:p14="http://schemas.microsoft.com/office/powerpoint/2010/main" val="985802187"/>
      </p:ext>
    </p:extLst>
  </p:cSld>
  <p:transition advClick="0" advTm="25000"/>
</p:sld>
</file>

<file path=ppt/slides/slide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2" name="Air India: one dated update, connected questions">
            <a:extLst xmlns:a="http://schemas.openxmlformats.org/drawingml/2006/main">
              <a:ext uri="{FF2B5EF4-FFF2-40B4-BE49-F238E27FC236}">
                <a16:creationId xmlns:a16="http://schemas.microsoft.com/office/drawing/2014/main" id="{62591764-FE6B-4E78-A75F-CADAE1FDC97B}"/>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Air India: one dated update, connected questions</a:t>
            </a:r>
          </a:p>
        </p:txBody>
      </p:sp>
      <p:sp>
        <p:nvSpPr>
          <p:cNvPr id="2" name="A historical reference snapshot that an assistant must keep current.">
            <a:extLst xmlns:a="http://schemas.openxmlformats.org/drawingml/2006/main">
              <a:ext uri="{FF2B5EF4-FFF2-40B4-BE49-F238E27FC236}">
                <a16:creationId xmlns:a16="http://schemas.microsoft.com/office/drawing/2014/main" id="{8DCB2BD9-E861-4EDC-8CD7-8E139D1160BE}"/>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historical reference snapshot that an assistant must keep current.</a:t>
            </a:r>
          </a:p>
        </p:txBody>
      </p:sp>
      <p:sp>
        <p:nvSpPr>
          <p:cNvPr id="3" name="Verity">
            <a:extLst xmlns:a="http://schemas.openxmlformats.org/drawingml/2006/main">
              <a:ext uri="{FF2B5EF4-FFF2-40B4-BE49-F238E27FC236}">
                <a16:creationId xmlns:a16="http://schemas.microsoft.com/office/drawing/2014/main" id="{68CBEDDC-2706-40C9-A102-DF0B401C2B7D}"/>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2">
            <a:extLst xmlns:a="http://schemas.openxmlformats.org/drawingml/2006/main">
              <a:ext uri="{FF2B5EF4-FFF2-40B4-BE49-F238E27FC236}">
                <a16:creationId xmlns:a16="http://schemas.microsoft.com/office/drawing/2014/main" id="{DDFD740F-DFCD-4EA0-9E80-CE0F6C890A9A}"/>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02</a:t>
            </a:r>
          </a:p>
        </p:txBody>
      </p:sp>
      <p:sp>
        <p:nvSpPr>
          <p:cNvPr id="5" name="20 DECEMBER 2021">
            <a:extLst xmlns:a="http://schemas.openxmlformats.org/drawingml/2006/main">
              <a:ext uri="{FF2B5EF4-FFF2-40B4-BE49-F238E27FC236}">
                <a16:creationId xmlns:a16="http://schemas.microsoft.com/office/drawing/2014/main" id="{AB728007-BF5C-4FF0-BF22-B99E02BE6E33}"/>
              </a:ext>
            </a:extLst>
          </p:cNvPr>
          <p:cNvSpPr>
            <a:spLocks xmlns:a="http://schemas.openxmlformats.org/drawingml/2006/main" noGrp="1"/>
          </p:cNvSpPr>
          <p:nvPr/>
        </p:nvSpPr>
        <p:spPr>
          <a:xfrm xmlns:a="http://schemas.openxmlformats.org/drawingml/2006/main">
            <a:off x="619125" y="19907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576969"/>
                </a:solidFill>
                <a:latin typeface="Calibri"/>
                <a:ea typeface="Calibri"/>
                <a:cs typeface="Calibri"/>
              </a:defRPr>
            </a:defPPr>
            <a:lvl1pPr algn="l">
              <a:defRPr sz="1875" b="1">
                <a:solidFill>
                  <a:srgbClr val="576969"/>
                </a:solidFill>
                <a:latin typeface="Calibri"/>
                <a:ea typeface="Calibri"/>
                <a:cs typeface="Calibri"/>
              </a:defRPr>
            </a:lvl1pPr>
            <a:lvl2pPr algn="l">
              <a:defRPr sz="1875" b="1">
                <a:solidFill>
                  <a:srgbClr val="576969"/>
                </a:solidFill>
                <a:latin typeface="Calibri"/>
                <a:ea typeface="Calibri"/>
                <a:cs typeface="Calibri"/>
              </a:defRPr>
            </a:lvl2pPr>
            <a:lvl3pPr algn="l">
              <a:defRPr sz="1875" b="1">
                <a:solidFill>
                  <a:srgbClr val="576969"/>
                </a:solidFill>
                <a:latin typeface="Calibri"/>
                <a:ea typeface="Calibri"/>
                <a:cs typeface="Calibri"/>
              </a:defRPr>
            </a:lvl3pPr>
            <a:lvl4pPr algn="l">
              <a:defRPr sz="1875" b="1">
                <a:solidFill>
                  <a:srgbClr val="576969"/>
                </a:solidFill>
                <a:latin typeface="Calibri"/>
                <a:ea typeface="Calibri"/>
                <a:cs typeface="Calibri"/>
              </a:defRPr>
            </a:lvl4pPr>
            <a:lvl5pPr algn="l">
              <a:defRPr sz="1875" b="1">
                <a:solidFill>
                  <a:srgbClr val="576969"/>
                </a:solidFill>
                <a:latin typeface="Calibri"/>
                <a:ea typeface="Calibri"/>
                <a:cs typeface="Calibri"/>
              </a:defRPr>
            </a:lvl5pPr>
            <a:lvl6pPr algn="l">
              <a:defRPr sz="1875" b="1">
                <a:solidFill>
                  <a:srgbClr val="576969"/>
                </a:solidFill>
                <a:latin typeface="Calibri"/>
                <a:ea typeface="Calibri"/>
                <a:cs typeface="Calibri"/>
              </a:defRPr>
            </a:lvl6pPr>
            <a:lvl7pPr algn="l">
              <a:defRPr sz="1875" b="1">
                <a:solidFill>
                  <a:srgbClr val="576969"/>
                </a:solidFill>
                <a:latin typeface="Calibri"/>
                <a:ea typeface="Calibri"/>
                <a:cs typeface="Calibri"/>
              </a:defRPr>
            </a:lvl7pPr>
            <a:lvl8pPr algn="l">
              <a:defRPr sz="1875" b="1">
                <a:solidFill>
                  <a:srgbClr val="576969"/>
                </a:solidFill>
                <a:latin typeface="Calibri"/>
                <a:ea typeface="Calibri"/>
                <a:cs typeface="Calibri"/>
              </a:defRPr>
            </a:lvl8pPr>
            <a:lvl9pPr algn="l">
              <a:defRPr sz="1875" b="1">
                <a:solidFill>
                  <a:srgbClr val="576969"/>
                </a:solidFill>
                <a:latin typeface="Calibri"/>
                <a:ea typeface="Calibri"/>
                <a:cs typeface="Calibri"/>
              </a:defRPr>
            </a:lvl9pPr>
          </a:lstStyle>
          <a:p xmlns:a="http://schemas.openxmlformats.org/drawingml/2006/main">
            <a:pPr algn="l">
              <a:defRPr sz="1875" b="1">
                <a:solidFill>
                  <a:srgbClr val="576969"/>
                </a:solidFill>
                <a:latin typeface="Calibri"/>
                <a:ea typeface="Calibri"/>
                <a:cs typeface="Calibri"/>
              </a:defRPr>
            </a:pPr>
            <a:r>
              <a:rPr sz="1875" b="1">
                <a:solidFill>
                  <a:srgbClr val="576969"/>
                </a:solidFill>
                <a:latin typeface="Calibri"/>
                <a:ea typeface="Calibri"/>
                <a:cs typeface="Calibri"/>
              </a:rPr>
              <a:t>20 DECEMBER 2021</a:t>
            </a:r>
          </a:p>
        </p:txBody>
      </p:sp>
      <p:sp>
        <p:nvSpPr>
          <p:cNvPr id="6" name="Government of India">
            <a:extLst xmlns:a="http://schemas.openxmlformats.org/drawingml/2006/main">
              <a:ext uri="{FF2B5EF4-FFF2-40B4-BE49-F238E27FC236}">
                <a16:creationId xmlns:a16="http://schemas.microsoft.com/office/drawing/2014/main" id="{7AA67C4F-14DF-4295-A2E4-BDB3C25CAF3E}"/>
              </a:ext>
            </a:extLst>
          </p:cNvPr>
          <p:cNvSpPr>
            <a:spLocks xmlns:a="http://schemas.openxmlformats.org/drawingml/2006/main" noGrp="1"/>
          </p:cNvSpPr>
          <p:nvPr/>
        </p:nvSpPr>
        <p:spPr>
          <a:xfrm xmlns:a="http://schemas.openxmlformats.org/drawingml/2006/main">
            <a:off x="619125" y="245745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123039"/>
                </a:solidFill>
                <a:latin typeface="Calibri"/>
                <a:ea typeface="Calibri"/>
                <a:cs typeface="Calibri"/>
              </a:defRPr>
            </a:defPPr>
            <a:lvl1pPr algn="l">
              <a:defRPr sz="2925" b="1">
                <a:solidFill>
                  <a:srgbClr val="123039"/>
                </a:solidFill>
                <a:latin typeface="Calibri"/>
                <a:ea typeface="Calibri"/>
                <a:cs typeface="Calibri"/>
              </a:defRPr>
            </a:lvl1pPr>
            <a:lvl2pPr algn="l">
              <a:defRPr sz="2925" b="1">
                <a:solidFill>
                  <a:srgbClr val="123039"/>
                </a:solidFill>
                <a:latin typeface="Calibri"/>
                <a:ea typeface="Calibri"/>
                <a:cs typeface="Calibri"/>
              </a:defRPr>
            </a:lvl2pPr>
            <a:lvl3pPr algn="l">
              <a:defRPr sz="2925" b="1">
                <a:solidFill>
                  <a:srgbClr val="123039"/>
                </a:solidFill>
                <a:latin typeface="Calibri"/>
                <a:ea typeface="Calibri"/>
                <a:cs typeface="Calibri"/>
              </a:defRPr>
            </a:lvl3pPr>
            <a:lvl4pPr algn="l">
              <a:defRPr sz="2925" b="1">
                <a:solidFill>
                  <a:srgbClr val="123039"/>
                </a:solidFill>
                <a:latin typeface="Calibri"/>
                <a:ea typeface="Calibri"/>
                <a:cs typeface="Calibri"/>
              </a:defRPr>
            </a:lvl4pPr>
            <a:lvl5pPr algn="l">
              <a:defRPr sz="2925" b="1">
                <a:solidFill>
                  <a:srgbClr val="123039"/>
                </a:solidFill>
                <a:latin typeface="Calibri"/>
                <a:ea typeface="Calibri"/>
                <a:cs typeface="Calibri"/>
              </a:defRPr>
            </a:lvl5pPr>
            <a:lvl6pPr algn="l">
              <a:defRPr sz="2925" b="1">
                <a:solidFill>
                  <a:srgbClr val="123039"/>
                </a:solidFill>
                <a:latin typeface="Calibri"/>
                <a:ea typeface="Calibri"/>
                <a:cs typeface="Calibri"/>
              </a:defRPr>
            </a:lvl6pPr>
            <a:lvl7pPr algn="l">
              <a:defRPr sz="2925" b="1">
                <a:solidFill>
                  <a:srgbClr val="123039"/>
                </a:solidFill>
                <a:latin typeface="Calibri"/>
                <a:ea typeface="Calibri"/>
                <a:cs typeface="Calibri"/>
              </a:defRPr>
            </a:lvl7pPr>
            <a:lvl8pPr algn="l">
              <a:defRPr sz="2925" b="1">
                <a:solidFill>
                  <a:srgbClr val="123039"/>
                </a:solidFill>
                <a:latin typeface="Calibri"/>
                <a:ea typeface="Calibri"/>
                <a:cs typeface="Calibri"/>
              </a:defRPr>
            </a:lvl8pPr>
            <a:lvl9pPr algn="l">
              <a:defRPr sz="2925" b="1">
                <a:solidFill>
                  <a:srgbClr val="123039"/>
                </a:solidFill>
                <a:latin typeface="Calibri"/>
                <a:ea typeface="Calibri"/>
                <a:cs typeface="Calibri"/>
              </a:defRPr>
            </a:lvl9pPr>
          </a:lstStyle>
          <a:p xmlns:a="http://schemas.openxmlformats.org/drawingml/2006/main">
            <a:pPr algn="l">
              <a:defRPr sz="2925" b="1">
                <a:solidFill>
                  <a:srgbClr val="123039"/>
                </a:solidFill>
                <a:latin typeface="Calibri"/>
                <a:ea typeface="Calibri"/>
                <a:cs typeface="Calibri"/>
              </a:defRPr>
            </a:pPr>
            <a:r>
              <a:rPr sz="2925" b="1">
                <a:solidFill>
                  <a:srgbClr val="123039"/>
                </a:solidFill>
                <a:latin typeface="Calibri"/>
                <a:ea typeface="Calibri"/>
                <a:cs typeface="Calibri"/>
              </a:rPr>
              <a:t>Government of India</a:t>
            </a:r>
          </a:p>
        </p:txBody>
      </p:sp>
      <p:sp>
        <p:nvSpPr>
          <p:cNvPr id="7" name="27 JANUARY 2022">
            <a:extLst xmlns:a="http://schemas.openxmlformats.org/drawingml/2006/main">
              <a:ext uri="{FF2B5EF4-FFF2-40B4-BE49-F238E27FC236}">
                <a16:creationId xmlns:a16="http://schemas.microsoft.com/office/drawing/2014/main" id="{AD10BF2B-592F-4082-B5DA-12BD81FDB6AD}"/>
              </a:ext>
            </a:extLst>
          </p:cNvPr>
          <p:cNvSpPr>
            <a:spLocks xmlns:a="http://schemas.openxmlformats.org/drawingml/2006/main" noGrp="1"/>
          </p:cNvSpPr>
          <p:nvPr/>
        </p:nvSpPr>
        <p:spPr>
          <a:xfrm xmlns:a="http://schemas.openxmlformats.org/drawingml/2006/main">
            <a:off x="619125" y="349567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247A70"/>
                </a:solidFill>
                <a:latin typeface="Calibri"/>
                <a:ea typeface="Calibri"/>
                <a:cs typeface="Calibri"/>
              </a:defRPr>
            </a:defPPr>
            <a:lvl1pPr algn="l">
              <a:defRPr sz="1875" b="1">
                <a:solidFill>
                  <a:srgbClr val="247A70"/>
                </a:solidFill>
                <a:latin typeface="Calibri"/>
                <a:ea typeface="Calibri"/>
                <a:cs typeface="Calibri"/>
              </a:defRPr>
            </a:lvl1pPr>
            <a:lvl2pPr algn="l">
              <a:defRPr sz="1875" b="1">
                <a:solidFill>
                  <a:srgbClr val="247A70"/>
                </a:solidFill>
                <a:latin typeface="Calibri"/>
                <a:ea typeface="Calibri"/>
                <a:cs typeface="Calibri"/>
              </a:defRPr>
            </a:lvl2pPr>
            <a:lvl3pPr algn="l">
              <a:defRPr sz="1875" b="1">
                <a:solidFill>
                  <a:srgbClr val="247A70"/>
                </a:solidFill>
                <a:latin typeface="Calibri"/>
                <a:ea typeface="Calibri"/>
                <a:cs typeface="Calibri"/>
              </a:defRPr>
            </a:lvl3pPr>
            <a:lvl4pPr algn="l">
              <a:defRPr sz="1875" b="1">
                <a:solidFill>
                  <a:srgbClr val="247A70"/>
                </a:solidFill>
                <a:latin typeface="Calibri"/>
                <a:ea typeface="Calibri"/>
                <a:cs typeface="Calibri"/>
              </a:defRPr>
            </a:lvl4pPr>
            <a:lvl5pPr algn="l">
              <a:defRPr sz="1875" b="1">
                <a:solidFill>
                  <a:srgbClr val="247A70"/>
                </a:solidFill>
                <a:latin typeface="Calibri"/>
                <a:ea typeface="Calibri"/>
                <a:cs typeface="Calibri"/>
              </a:defRPr>
            </a:lvl5pPr>
            <a:lvl6pPr algn="l">
              <a:defRPr sz="1875" b="1">
                <a:solidFill>
                  <a:srgbClr val="247A70"/>
                </a:solidFill>
                <a:latin typeface="Calibri"/>
                <a:ea typeface="Calibri"/>
                <a:cs typeface="Calibri"/>
              </a:defRPr>
            </a:lvl6pPr>
            <a:lvl7pPr algn="l">
              <a:defRPr sz="1875" b="1">
                <a:solidFill>
                  <a:srgbClr val="247A70"/>
                </a:solidFill>
                <a:latin typeface="Calibri"/>
                <a:ea typeface="Calibri"/>
                <a:cs typeface="Calibri"/>
              </a:defRPr>
            </a:lvl7pPr>
            <a:lvl8pPr algn="l">
              <a:defRPr sz="1875" b="1">
                <a:solidFill>
                  <a:srgbClr val="247A70"/>
                </a:solidFill>
                <a:latin typeface="Calibri"/>
                <a:ea typeface="Calibri"/>
                <a:cs typeface="Calibri"/>
              </a:defRPr>
            </a:lvl8pPr>
            <a:lvl9pPr algn="l">
              <a:defRPr sz="1875" b="1">
                <a:solidFill>
                  <a:srgbClr val="247A70"/>
                </a:solidFill>
                <a:latin typeface="Calibri"/>
                <a:ea typeface="Calibri"/>
                <a:cs typeface="Calibri"/>
              </a:defRPr>
            </a:lvl9pPr>
          </a:lstStyle>
          <a:p xmlns:a="http://schemas.openxmlformats.org/drawingml/2006/main">
            <a:pPr algn="l">
              <a:defRPr sz="1875" b="1">
                <a:solidFill>
                  <a:srgbClr val="247A70"/>
                </a:solidFill>
                <a:latin typeface="Calibri"/>
                <a:ea typeface="Calibri"/>
                <a:cs typeface="Calibri"/>
              </a:defRPr>
            </a:pPr>
            <a:r>
              <a:rPr sz="1875" b="1">
                <a:solidFill>
                  <a:srgbClr val="247A70"/>
                </a:solidFill>
                <a:latin typeface="Calibri"/>
                <a:ea typeface="Calibri"/>
                <a:cs typeface="Calibri"/>
              </a:rPr>
              <a:t>27 JANUARY 2022</a:t>
            </a:r>
          </a:p>
        </p:txBody>
      </p:sp>
      <p:sp>
        <p:nvSpPr>
          <p:cNvPr id="8" name="Talace Private Limited">
            <a:extLst xmlns:a="http://schemas.openxmlformats.org/drawingml/2006/main">
              <a:ext uri="{FF2B5EF4-FFF2-40B4-BE49-F238E27FC236}">
                <a16:creationId xmlns:a16="http://schemas.microsoft.com/office/drawing/2014/main" id="{FCB8EF65-3DCE-49C2-8AE5-B006B7249B73}"/>
              </a:ext>
            </a:extLst>
          </p:cNvPr>
          <p:cNvSpPr>
            <a:spLocks xmlns:a="http://schemas.openxmlformats.org/drawingml/2006/main" noGrp="1"/>
          </p:cNvSpPr>
          <p:nvPr/>
        </p:nvSpPr>
        <p:spPr>
          <a:xfrm xmlns:a="http://schemas.openxmlformats.org/drawingml/2006/main">
            <a:off x="619125" y="3962400"/>
            <a:ext cx="5048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925" b="1">
                <a:solidFill>
                  <a:srgbClr val="247A70"/>
                </a:solidFill>
                <a:latin typeface="Calibri"/>
                <a:ea typeface="Calibri"/>
                <a:cs typeface="Calibri"/>
              </a:defRPr>
            </a:defPPr>
            <a:lvl1pPr algn="l">
              <a:defRPr sz="2925" b="1">
                <a:solidFill>
                  <a:srgbClr val="247A70"/>
                </a:solidFill>
                <a:latin typeface="Calibri"/>
                <a:ea typeface="Calibri"/>
                <a:cs typeface="Calibri"/>
              </a:defRPr>
            </a:lvl1pPr>
            <a:lvl2pPr algn="l">
              <a:defRPr sz="2925" b="1">
                <a:solidFill>
                  <a:srgbClr val="247A70"/>
                </a:solidFill>
                <a:latin typeface="Calibri"/>
                <a:ea typeface="Calibri"/>
                <a:cs typeface="Calibri"/>
              </a:defRPr>
            </a:lvl2pPr>
            <a:lvl3pPr algn="l">
              <a:defRPr sz="2925" b="1">
                <a:solidFill>
                  <a:srgbClr val="247A70"/>
                </a:solidFill>
                <a:latin typeface="Calibri"/>
                <a:ea typeface="Calibri"/>
                <a:cs typeface="Calibri"/>
              </a:defRPr>
            </a:lvl3pPr>
            <a:lvl4pPr algn="l">
              <a:defRPr sz="2925" b="1">
                <a:solidFill>
                  <a:srgbClr val="247A70"/>
                </a:solidFill>
                <a:latin typeface="Calibri"/>
                <a:ea typeface="Calibri"/>
                <a:cs typeface="Calibri"/>
              </a:defRPr>
            </a:lvl4pPr>
            <a:lvl5pPr algn="l">
              <a:defRPr sz="2925" b="1">
                <a:solidFill>
                  <a:srgbClr val="247A70"/>
                </a:solidFill>
                <a:latin typeface="Calibri"/>
                <a:ea typeface="Calibri"/>
                <a:cs typeface="Calibri"/>
              </a:defRPr>
            </a:lvl5pPr>
            <a:lvl6pPr algn="l">
              <a:defRPr sz="2925" b="1">
                <a:solidFill>
                  <a:srgbClr val="247A70"/>
                </a:solidFill>
                <a:latin typeface="Calibri"/>
                <a:ea typeface="Calibri"/>
                <a:cs typeface="Calibri"/>
              </a:defRPr>
            </a:lvl6pPr>
            <a:lvl7pPr algn="l">
              <a:defRPr sz="2925" b="1">
                <a:solidFill>
                  <a:srgbClr val="247A70"/>
                </a:solidFill>
                <a:latin typeface="Calibri"/>
                <a:ea typeface="Calibri"/>
                <a:cs typeface="Calibri"/>
              </a:defRPr>
            </a:lvl7pPr>
            <a:lvl8pPr algn="l">
              <a:defRPr sz="2925" b="1">
                <a:solidFill>
                  <a:srgbClr val="247A70"/>
                </a:solidFill>
                <a:latin typeface="Calibri"/>
                <a:ea typeface="Calibri"/>
                <a:cs typeface="Calibri"/>
              </a:defRPr>
            </a:lvl8pPr>
            <a:lvl9pPr algn="l">
              <a:defRPr sz="2925" b="1">
                <a:solidFill>
                  <a:srgbClr val="247A70"/>
                </a:solidFill>
                <a:latin typeface="Calibri"/>
                <a:ea typeface="Calibri"/>
                <a:cs typeface="Calibri"/>
              </a:defRPr>
            </a:lvl9pPr>
          </a:lstStyle>
          <a:p xmlns:a="http://schemas.openxmlformats.org/drawingml/2006/main">
            <a:pPr algn="l">
              <a:defRPr sz="2925" b="1">
                <a:solidFill>
                  <a:srgbClr val="247A70"/>
                </a:solidFill>
                <a:latin typeface="Calibri"/>
                <a:ea typeface="Calibri"/>
                <a:cs typeface="Calibri"/>
              </a:defRPr>
            </a:pPr>
            <a:r>
              <a:rPr sz="2925" b="1">
                <a:solidFill>
                  <a:srgbClr val="247A70"/>
                </a:solidFill>
                <a:latin typeface="Calibri"/>
                <a:ea typeface="Calibri"/>
                <a:cs typeface="Calibri"/>
              </a:rPr>
              <a:t>Talace Private Limited</a:t>
            </a:r>
          </a:p>
        </p:txBody>
      </p:sp>
      <p:sp>
        <p:nvSpPr>
          <p:cNvPr id="9" name="Parent: Tata Sons">
            <a:extLst xmlns:a="http://schemas.openxmlformats.org/drawingml/2006/main">
              <a:ext uri="{FF2B5EF4-FFF2-40B4-BE49-F238E27FC236}">
                <a16:creationId xmlns:a16="http://schemas.microsoft.com/office/drawing/2014/main" id="{5ED5FD55-BE33-4EB2-9009-83B0AD18649F}"/>
              </a:ext>
            </a:extLst>
          </p:cNvPr>
          <p:cNvSpPr>
            <a:spLocks xmlns:a="http://schemas.openxmlformats.org/drawingml/2006/main" noGrp="1"/>
          </p:cNvSpPr>
          <p:nvPr/>
        </p:nvSpPr>
        <p:spPr>
          <a:xfrm xmlns:a="http://schemas.openxmlformats.org/drawingml/2006/main">
            <a:off x="619125" y="467677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23039"/>
                </a:solidFill>
                <a:latin typeface="Calibri"/>
                <a:ea typeface="Calibri"/>
                <a:cs typeface="Calibri"/>
              </a:defRPr>
            </a:defPPr>
            <a:lvl1pPr algn="l">
              <a:defRPr sz="2250" b="0">
                <a:solidFill>
                  <a:srgbClr val="123039"/>
                </a:solidFill>
                <a:latin typeface="Calibri"/>
                <a:ea typeface="Calibri"/>
                <a:cs typeface="Calibri"/>
              </a:defRPr>
            </a:lvl1pPr>
            <a:lvl2pPr algn="l">
              <a:defRPr sz="2250" b="0">
                <a:solidFill>
                  <a:srgbClr val="123039"/>
                </a:solidFill>
                <a:latin typeface="Calibri"/>
                <a:ea typeface="Calibri"/>
                <a:cs typeface="Calibri"/>
              </a:defRPr>
            </a:lvl2pPr>
            <a:lvl3pPr algn="l">
              <a:defRPr sz="2250" b="0">
                <a:solidFill>
                  <a:srgbClr val="123039"/>
                </a:solidFill>
                <a:latin typeface="Calibri"/>
                <a:ea typeface="Calibri"/>
                <a:cs typeface="Calibri"/>
              </a:defRPr>
            </a:lvl3pPr>
            <a:lvl4pPr algn="l">
              <a:defRPr sz="2250" b="0">
                <a:solidFill>
                  <a:srgbClr val="123039"/>
                </a:solidFill>
                <a:latin typeface="Calibri"/>
                <a:ea typeface="Calibri"/>
                <a:cs typeface="Calibri"/>
              </a:defRPr>
            </a:lvl4pPr>
            <a:lvl5pPr algn="l">
              <a:defRPr sz="2250" b="0">
                <a:solidFill>
                  <a:srgbClr val="123039"/>
                </a:solidFill>
                <a:latin typeface="Calibri"/>
                <a:ea typeface="Calibri"/>
                <a:cs typeface="Calibri"/>
              </a:defRPr>
            </a:lvl5pPr>
            <a:lvl6pPr algn="l">
              <a:defRPr sz="2250" b="0">
                <a:solidFill>
                  <a:srgbClr val="123039"/>
                </a:solidFill>
                <a:latin typeface="Calibri"/>
                <a:ea typeface="Calibri"/>
                <a:cs typeface="Calibri"/>
              </a:defRPr>
            </a:lvl6pPr>
            <a:lvl7pPr algn="l">
              <a:defRPr sz="2250" b="0">
                <a:solidFill>
                  <a:srgbClr val="123039"/>
                </a:solidFill>
                <a:latin typeface="Calibri"/>
                <a:ea typeface="Calibri"/>
                <a:cs typeface="Calibri"/>
              </a:defRPr>
            </a:lvl7pPr>
            <a:lvl8pPr algn="l">
              <a:defRPr sz="2250" b="0">
                <a:solidFill>
                  <a:srgbClr val="123039"/>
                </a:solidFill>
                <a:latin typeface="Calibri"/>
                <a:ea typeface="Calibri"/>
                <a:cs typeface="Calibri"/>
              </a:defRPr>
            </a:lvl8pPr>
            <a:lvl9pPr algn="l">
              <a:defRPr sz="2250" b="0">
                <a:solidFill>
                  <a:srgbClr val="123039"/>
                </a:solidFill>
                <a:latin typeface="Calibri"/>
                <a:ea typeface="Calibri"/>
                <a:cs typeface="Calibri"/>
              </a:defRPr>
            </a:lvl9pPr>
          </a:lstStyle>
          <a:p xmlns:a="http://schemas.openxmlformats.org/drawingml/2006/main">
            <a:pPr algn="l">
              <a:defRPr sz="2250" b="0">
                <a:solidFill>
                  <a:srgbClr val="123039"/>
                </a:solidFill>
                <a:latin typeface="Calibri"/>
                <a:ea typeface="Calibri"/>
                <a:cs typeface="Calibri"/>
              </a:defRPr>
            </a:pPr>
            <a:r>
              <a:rPr sz="2250" b="0">
                <a:solidFill>
                  <a:srgbClr val="123039"/>
                </a:solidFill>
                <a:latin typeface="Calibri"/>
                <a:ea typeface="Calibri"/>
                <a:cs typeface="Calibri"/>
              </a:rPr>
              <a:t>Parent: Tata Sons</a:t>
            </a:r>
          </a:p>
        </p:txBody>
      </p:sp>
      <p:pic>
        <p:nvPicPr>
          <p:cNvPr id="10" name="">
            <a:extLst xmlns:a="http://schemas.openxmlformats.org/drawingml/2006/main">
              <a:ext uri="{FF2B5EF4-FFF2-40B4-BE49-F238E27FC236}">
                <a16:creationId xmlns:a16="http://schemas.microsoft.com/office/drawing/2014/main" id="{50F4B730-920C-4F75-A5D5-FC7B71A731B0}"/>
              </a:ext>
            </a:extLst>
          </p:cNvPr>
          <p:cNvPicPr>
            <a:picLocks xmlns:a="http://schemas.openxmlformats.org/drawingml/2006/main" noChangeAspect="1"/>
          </p:cNvPicPr>
          <p:nvPr/>
        </p:nvPicPr>
        <p:blipFill>
          <a:blip xmlns:r="http://schemas.openxmlformats.org/officeDocument/2006/relationships" xmlns:a="http://schemas.openxmlformats.org/drawingml/2006/main" r:embed="Raedade5c57d44104"/>
          <a:stretch xmlns:a="http://schemas.openxmlformats.org/drawingml/2006/main"/>
        </p:blipFill>
        <p:spPr>
          <a:xfrm xmlns:a="http://schemas.openxmlformats.org/drawingml/2006/main">
            <a:off x="6096000" y="1944764"/>
            <a:ext cx="5448300" cy="3635222"/>
          </a:xfrm>
          <a:prstGeom xmlns:a="http://schemas.openxmlformats.org/drawingml/2006/main" prst="rect">
            <a:avLst/>
          </a:prstGeom>
        </p:spPr>
      </p:pic>
      <p:sp>
        <p:nvSpPr>
          <p:cNvPr id="11" name="Government and Tata primary sources. Ownership is scoped to the 2022 handover.">
            <a:extLst xmlns:a="http://schemas.openxmlformats.org/drawingml/2006/main">
              <a:ext uri="{FF2B5EF4-FFF2-40B4-BE49-F238E27FC236}">
                <a16:creationId xmlns:a16="http://schemas.microsoft.com/office/drawing/2014/main" id="{6B1BE363-D922-4482-B055-120226F68CA0}"/>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Government and Tata primary sources. Ownership is scoped to the 2022 handover.</a:t>
            </a:r>
          </a:p>
        </p:txBody>
      </p:sp>
    </p:spTree>
    <p:extLst>
      <p:ext uri="{BB962C8B-B14F-4D97-AF65-F5344CB8AC3E}">
        <p14:creationId xmlns:p14="http://schemas.microsoft.com/office/powerpoint/2010/main" val="371339572"/>
      </p:ext>
    </p:extLst>
  </p:cSld>
  <p:transition advClick="0" advTm="95000"/>
</p:sld>
</file>

<file path=ppt/slides/slide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815D61FB-0D5C-4333-9239-EB00F66D4F1D}"/>
              </a:ext>
            </a:extLst>
          </p:cNvPr>
          <p:cNvCxnSpPr>
            <a:stCxn xmlns:a="http://schemas.openxmlformats.org/drawingml/2006/main" id="15" idx="0"/>
            <a:endCxn xmlns:a="http://schemas.openxmlformats.org/drawingml/2006/main" id="7" idx="2"/>
          </p:cNvCxnSpPr>
          <p:nvPr/>
        </p:nvCxnSpPr>
        <p:spPr>
          <a:xfrm xmlns:a="http://schemas.openxmlformats.org/drawingml/2006/main" flipV="1">
            <a:off x="4933950" y="3505200"/>
            <a:ext cx="1123950" cy="1038225"/>
          </a:xfrm>
          <a:prstGeom xmlns:a="http://schemas.openxmlformats.org/drawingml/2006/main" prst="bentConnector4">
            <a:avLst>
              <a:gd name="adj1" fmla="val 0"/>
              <a:gd name="adj2" fmla="val 50000"/>
            </a:avLst>
          </a:prstGeom>
          <a:ln xmlns:a="http://schemas.openxmlformats.org/drawingml/2006/main" w="20955">
            <a:solidFill>
              <a:srgbClr val="247A70"/>
            </a:solidFill>
            <a:tailEnd type="arrow" w="med" len="med"/>
          </a:ln>
        </p:spPr>
      </p:cxnSp>
      <p:cxnSp>
        <p:nvCxnSpPr>
          <p:cNvPr id="16" name="">
            <a:extLst xmlns:a="http://schemas.openxmlformats.org/drawingml/2006/main">
              <a:ext uri="{FF2B5EF4-FFF2-40B4-BE49-F238E27FC236}">
                <a16:creationId xmlns:a16="http://schemas.microsoft.com/office/drawing/2014/main" id="{032F32C4-DAF1-46C1-93E6-F0EEFDFFD7BB}"/>
              </a:ext>
            </a:extLst>
          </p:cNvPr>
          <p:cNvCxnSpPr>
            <a:stCxn xmlns:a="http://schemas.openxmlformats.org/drawingml/2006/main" id="14" idx="3"/>
            <a:endCxn xmlns:a="http://schemas.openxmlformats.org/drawingml/2006/main" id="15" idx="1"/>
          </p:cNvCxnSpPr>
          <p:nvPr/>
        </p:nvCxnSpPr>
        <p:spPr>
          <a:xfrm xmlns:a="http://schemas.openxmlformats.org/drawingml/2006/main">
            <a:off x="2514600" y="50387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3" name="">
            <a:extLst xmlns:a="http://schemas.openxmlformats.org/drawingml/2006/main">
              <a:ext uri="{FF2B5EF4-FFF2-40B4-BE49-F238E27FC236}">
                <a16:creationId xmlns:a16="http://schemas.microsoft.com/office/drawing/2014/main" id="{31035D42-0D2F-448E-BD52-5EBA525A9E4E}"/>
              </a:ext>
            </a:extLst>
          </p:cNvPr>
          <p:cNvCxnSpPr>
            <a:stCxn xmlns:a="http://schemas.openxmlformats.org/drawingml/2006/main" id="8" idx="3"/>
            <a:endCxn xmlns:a="http://schemas.openxmlformats.org/drawingml/2006/main" id="9" idx="1"/>
          </p:cNvCxnSpPr>
          <p:nvPr/>
        </p:nvCxnSpPr>
        <p:spPr>
          <a:xfrm xmlns:a="http://schemas.openxmlformats.org/drawingml/2006/main">
            <a:off x="9258300" y="284797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2" name="">
            <a:extLst xmlns:a="http://schemas.openxmlformats.org/drawingml/2006/main">
              <a:ext uri="{FF2B5EF4-FFF2-40B4-BE49-F238E27FC236}">
                <a16:creationId xmlns:a16="http://schemas.microsoft.com/office/drawing/2014/main" id="{FD450008-3F35-4D28-B35D-59559C4D8C90}"/>
              </a:ext>
            </a:extLst>
          </p:cNvPr>
          <p:cNvCxnSpPr>
            <a:stCxn xmlns:a="http://schemas.openxmlformats.org/drawingml/2006/main" id="7" idx="3"/>
            <a:endCxn xmlns:a="http://schemas.openxmlformats.org/drawingml/2006/main" id="8" idx="1"/>
          </p:cNvCxnSpPr>
          <p:nvPr/>
        </p:nvCxnSpPr>
        <p:spPr>
          <a:xfrm xmlns:a="http://schemas.openxmlformats.org/drawingml/2006/main">
            <a:off x="7010400" y="284797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1" name="">
            <a:extLst xmlns:a="http://schemas.openxmlformats.org/drawingml/2006/main">
              <a:ext uri="{FF2B5EF4-FFF2-40B4-BE49-F238E27FC236}">
                <a16:creationId xmlns:a16="http://schemas.microsoft.com/office/drawing/2014/main" id="{B8D2F2CA-0D9C-46D0-8E07-4A6DE403CBB7}"/>
              </a:ext>
            </a:extLst>
          </p:cNvPr>
          <p:cNvCxnSpPr>
            <a:stCxn xmlns:a="http://schemas.openxmlformats.org/drawingml/2006/main" id="6" idx="3"/>
            <a:endCxn xmlns:a="http://schemas.openxmlformats.org/drawingml/2006/main" id="7" idx="1"/>
          </p:cNvCxnSpPr>
          <p:nvPr/>
        </p:nvCxnSpPr>
        <p:spPr>
          <a:xfrm xmlns:a="http://schemas.openxmlformats.org/drawingml/2006/main">
            <a:off x="4762500" y="284797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0" name="">
            <a:extLst xmlns:a="http://schemas.openxmlformats.org/drawingml/2006/main">
              <a:ext uri="{FF2B5EF4-FFF2-40B4-BE49-F238E27FC236}">
                <a16:creationId xmlns:a16="http://schemas.microsoft.com/office/drawing/2014/main" id="{BF89B3E1-C5E5-433B-9FDD-085C11BDE1DD}"/>
              </a:ext>
            </a:extLst>
          </p:cNvPr>
          <p:cNvCxnSpPr>
            <a:stCxn xmlns:a="http://schemas.openxmlformats.org/drawingml/2006/main" id="5" idx="3"/>
            <a:endCxn xmlns:a="http://schemas.openxmlformats.org/drawingml/2006/main" id="6" idx="1"/>
          </p:cNvCxnSpPr>
          <p:nvPr/>
        </p:nvCxnSpPr>
        <p:spPr>
          <a:xfrm xmlns:a="http://schemas.openxmlformats.org/drawingml/2006/main">
            <a:off x="2514600" y="284797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20" name="Implemented architecture">
            <a:extLst xmlns:a="http://schemas.openxmlformats.org/drawingml/2006/main">
              <a:ext uri="{FF2B5EF4-FFF2-40B4-BE49-F238E27FC236}">
                <a16:creationId xmlns:a16="http://schemas.microsoft.com/office/drawing/2014/main" id="{C8E11593-2D2D-492C-AAED-49CAC9C9A013}"/>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Implemented architecture</a:t>
            </a:r>
          </a:p>
        </p:txBody>
      </p:sp>
      <p:sp>
        <p:nvSpPr>
          <p:cNvPr id="2" name="One approved memory, a bounded context, an inspectable response.">
            <a:extLst xmlns:a="http://schemas.openxmlformats.org/drawingml/2006/main">
              <a:ext uri="{FF2B5EF4-FFF2-40B4-BE49-F238E27FC236}">
                <a16:creationId xmlns:a16="http://schemas.microsoft.com/office/drawing/2014/main" id="{1AF85682-63FA-4637-9ED8-468D73F11F44}"/>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One approved memory, a bounded context, an inspectable response.</a:t>
            </a:r>
          </a:p>
        </p:txBody>
      </p:sp>
      <p:sp>
        <p:nvSpPr>
          <p:cNvPr id="3" name="Verity">
            <a:extLst xmlns:a="http://schemas.openxmlformats.org/drawingml/2006/main">
              <a:ext uri="{FF2B5EF4-FFF2-40B4-BE49-F238E27FC236}">
                <a16:creationId xmlns:a16="http://schemas.microsoft.com/office/drawing/2014/main" id="{E3A423CA-3500-49D8-9848-7C0AB838E4F1}"/>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3">
            <a:extLst xmlns:a="http://schemas.openxmlformats.org/drawingml/2006/main">
              <a:ext uri="{FF2B5EF4-FFF2-40B4-BE49-F238E27FC236}">
                <a16:creationId xmlns:a16="http://schemas.microsoft.com/office/drawing/2014/main" id="{34C8B1E5-96AB-4015-A4F9-F66897F1AA3D}"/>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03</a:t>
            </a:r>
          </a:p>
        </p:txBody>
      </p:sp>
      <p:sp>
        <p:nvSpPr>
          <p:cNvPr id="5" name="Question">
            <a:extLst xmlns:a="http://schemas.openxmlformats.org/drawingml/2006/main">
              <a:ext uri="{FF2B5EF4-FFF2-40B4-BE49-F238E27FC236}">
                <a16:creationId xmlns:a16="http://schemas.microsoft.com/office/drawing/2014/main" id="{53393FCF-5A66-49E4-9EDD-29F649B70A75}"/>
              </a:ext>
            </a:extLst>
          </p:cNvPr>
          <p:cNvSpPr>
            <a:spLocks xmlns:a="http://schemas.openxmlformats.org/drawingml/2006/main" noGrp="1"/>
          </p:cNvSpPr>
          <p:nvPr/>
        </p:nvSpPr>
        <p:spPr>
          <a:xfrm xmlns:a="http://schemas.openxmlformats.org/drawingml/2006/main">
            <a:off x="609600" y="2190750"/>
            <a:ext cx="1905000" cy="13144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Question</a:t>
            </a:r>
          </a:p>
        </p:txBody>
      </p:sp>
      <p:sp>
        <p:nvSpPr>
          <p:cNvPr id="6" name="API&#10;Capture revision">
            <a:extLst xmlns:a="http://schemas.openxmlformats.org/drawingml/2006/main">
              <a:ext uri="{FF2B5EF4-FFF2-40B4-BE49-F238E27FC236}">
                <a16:creationId xmlns:a16="http://schemas.microsoft.com/office/drawing/2014/main" id="{B08C528A-B777-4416-AFEA-4252DB04EEC9}"/>
              </a:ext>
            </a:extLst>
          </p:cNvPr>
          <p:cNvSpPr>
            <a:spLocks xmlns:a="http://schemas.openxmlformats.org/drawingml/2006/main" noGrp="1"/>
          </p:cNvSpPr>
          <p:nvPr/>
        </p:nvSpPr>
        <p:spPr>
          <a:xfrm xmlns:a="http://schemas.openxmlformats.org/drawingml/2006/main">
            <a:off x="2857500" y="2190750"/>
            <a:ext cx="1905000" cy="13144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API</a:t>
            </a:r>
          </a:p>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Capture revision</a:t>
            </a:r>
          </a:p>
        </p:txBody>
      </p:sp>
      <p:sp>
        <p:nvSpPr>
          <p:cNvPr id="7" name="Retrieve&#10;Approved facts">
            <a:extLst xmlns:a="http://schemas.openxmlformats.org/drawingml/2006/main">
              <a:ext uri="{FF2B5EF4-FFF2-40B4-BE49-F238E27FC236}">
                <a16:creationId xmlns:a16="http://schemas.microsoft.com/office/drawing/2014/main" id="{89C937D9-6C32-4F03-B43F-095017B45318}"/>
              </a:ext>
            </a:extLst>
          </p:cNvPr>
          <p:cNvSpPr>
            <a:spLocks xmlns:a="http://schemas.openxmlformats.org/drawingml/2006/main" noGrp="1"/>
          </p:cNvSpPr>
          <p:nvPr/>
        </p:nvSpPr>
        <p:spPr>
          <a:xfrm xmlns:a="http://schemas.openxmlformats.org/drawingml/2006/main">
            <a:off x="5105400" y="2190750"/>
            <a:ext cx="1905000" cy="13144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Retrieve</a:t>
            </a:r>
          </a:p>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Approved facts</a:t>
            </a:r>
          </a:p>
        </p:txBody>
      </p:sp>
      <p:sp>
        <p:nvSpPr>
          <p:cNvPr id="8" name="Fixed generator">
            <a:extLst xmlns:a="http://schemas.openxmlformats.org/drawingml/2006/main">
              <a:ext uri="{FF2B5EF4-FFF2-40B4-BE49-F238E27FC236}">
                <a16:creationId xmlns:a16="http://schemas.microsoft.com/office/drawing/2014/main" id="{32A204F2-02A2-4B7A-BF34-FF6500A24F80}"/>
              </a:ext>
            </a:extLst>
          </p:cNvPr>
          <p:cNvSpPr>
            <a:spLocks xmlns:a="http://schemas.openxmlformats.org/drawingml/2006/main" noGrp="1"/>
          </p:cNvSpPr>
          <p:nvPr/>
        </p:nvSpPr>
        <p:spPr>
          <a:xfrm xmlns:a="http://schemas.openxmlformats.org/drawingml/2006/main">
            <a:off x="7353300" y="2190750"/>
            <a:ext cx="1905000" cy="1314450"/>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23825" tIns="123825" rIns="123825" bIns="123825" anchor="ctr"/>
          <a:lstStyle xmlns:a="http://schemas.openxmlformats.org/drawingml/2006/main">
            <a:defPPr algn="ctr">
              <a:defRPr sz="2025">
                <a:solidFill>
                  <a:srgbClr val="FFFFFF"/>
                </a:solidFill>
                <a:latin typeface="Calibri"/>
                <a:ea typeface="Calibri"/>
                <a:cs typeface="Calibri"/>
              </a:defRPr>
            </a:defPPr>
            <a:lvl1pPr algn="ctr">
              <a:defRPr sz="2025">
                <a:solidFill>
                  <a:srgbClr val="FFFFFF"/>
                </a:solidFill>
                <a:latin typeface="Calibri"/>
                <a:ea typeface="Calibri"/>
                <a:cs typeface="Calibri"/>
              </a:defRPr>
            </a:lvl1pPr>
            <a:lvl2pPr algn="ctr">
              <a:defRPr sz="2025">
                <a:solidFill>
                  <a:srgbClr val="FFFFFF"/>
                </a:solidFill>
                <a:latin typeface="Calibri"/>
                <a:ea typeface="Calibri"/>
                <a:cs typeface="Calibri"/>
              </a:defRPr>
            </a:lvl2pPr>
            <a:lvl3pPr algn="ctr">
              <a:defRPr sz="2025">
                <a:solidFill>
                  <a:srgbClr val="FFFFFF"/>
                </a:solidFill>
                <a:latin typeface="Calibri"/>
                <a:ea typeface="Calibri"/>
                <a:cs typeface="Calibri"/>
              </a:defRPr>
            </a:lvl3pPr>
            <a:lvl4pPr algn="ctr">
              <a:defRPr sz="2025">
                <a:solidFill>
                  <a:srgbClr val="FFFFFF"/>
                </a:solidFill>
                <a:latin typeface="Calibri"/>
                <a:ea typeface="Calibri"/>
                <a:cs typeface="Calibri"/>
              </a:defRPr>
            </a:lvl4pPr>
            <a:lvl5pPr algn="ctr">
              <a:defRPr sz="2025">
                <a:solidFill>
                  <a:srgbClr val="FFFFFF"/>
                </a:solidFill>
                <a:latin typeface="Calibri"/>
                <a:ea typeface="Calibri"/>
                <a:cs typeface="Calibri"/>
              </a:defRPr>
            </a:lvl5pPr>
            <a:lvl6pPr algn="ctr">
              <a:defRPr sz="2025">
                <a:solidFill>
                  <a:srgbClr val="FFFFFF"/>
                </a:solidFill>
                <a:latin typeface="Calibri"/>
                <a:ea typeface="Calibri"/>
                <a:cs typeface="Calibri"/>
              </a:defRPr>
            </a:lvl6pPr>
            <a:lvl7pPr algn="ctr">
              <a:defRPr sz="2025">
                <a:solidFill>
                  <a:srgbClr val="FFFFFF"/>
                </a:solidFill>
                <a:latin typeface="Calibri"/>
                <a:ea typeface="Calibri"/>
                <a:cs typeface="Calibri"/>
              </a:defRPr>
            </a:lvl7pPr>
            <a:lvl8pPr algn="ctr">
              <a:defRPr sz="2025">
                <a:solidFill>
                  <a:srgbClr val="FFFFFF"/>
                </a:solidFill>
                <a:latin typeface="Calibri"/>
                <a:ea typeface="Calibri"/>
                <a:cs typeface="Calibri"/>
              </a:defRPr>
            </a:lvl8pPr>
            <a:lvl9pPr algn="ctr">
              <a:defRPr sz="2025">
                <a:solidFill>
                  <a:srgbClr val="FFFFFF"/>
                </a:solidFill>
                <a:latin typeface="Calibri"/>
                <a:ea typeface="Calibri"/>
                <a:cs typeface="Calibri"/>
              </a:defRPr>
            </a:lvl9pPr>
          </a:lstStyle>
          <a:p xmlns:a="http://schemas.openxmlformats.org/drawingml/2006/main">
            <a:pPr algn="ctr">
              <a:defRPr sz="2025">
                <a:solidFill>
                  <a:srgbClr val="FFFFFF"/>
                </a:solidFill>
                <a:latin typeface="Calibri"/>
                <a:ea typeface="Calibri"/>
                <a:cs typeface="Calibri"/>
              </a:defRPr>
            </a:pPr>
            <a:r>
              <a:rPr sz="2025">
                <a:solidFill>
                  <a:srgbClr val="FFFFFF"/>
                </a:solidFill>
                <a:latin typeface="Calibri"/>
                <a:ea typeface="Calibri"/>
                <a:cs typeface="Calibri"/>
              </a:rPr>
              <a:t>Fixed generator</a:t>
            </a:r>
          </a:p>
        </p:txBody>
      </p:sp>
      <p:sp>
        <p:nvSpPr>
          <p:cNvPr id="9" name="Answer&#10;Source evidence">
            <a:extLst xmlns:a="http://schemas.openxmlformats.org/drawingml/2006/main">
              <a:ext uri="{FF2B5EF4-FFF2-40B4-BE49-F238E27FC236}">
                <a16:creationId xmlns:a16="http://schemas.microsoft.com/office/drawing/2014/main" id="{98C3C58C-587C-4971-9FC7-DA1B33361AEA}"/>
              </a:ext>
            </a:extLst>
          </p:cNvPr>
          <p:cNvSpPr>
            <a:spLocks xmlns:a="http://schemas.openxmlformats.org/drawingml/2006/main" noGrp="1"/>
          </p:cNvSpPr>
          <p:nvPr/>
        </p:nvSpPr>
        <p:spPr>
          <a:xfrm xmlns:a="http://schemas.openxmlformats.org/drawingml/2006/main">
            <a:off x="9601200" y="2190750"/>
            <a:ext cx="1905000" cy="131445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Answer</a:t>
            </a:r>
          </a:p>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Source evidence</a:t>
            </a:r>
          </a:p>
        </p:txBody>
      </p:sp>
      <p:sp>
        <p:nvSpPr>
          <p:cNvPr id="14" name="Operator&#10;approval">
            <a:extLst xmlns:a="http://schemas.openxmlformats.org/drawingml/2006/main">
              <a:ext uri="{FF2B5EF4-FFF2-40B4-BE49-F238E27FC236}">
                <a16:creationId xmlns:a16="http://schemas.microsoft.com/office/drawing/2014/main" id="{42F74197-F484-4F05-8B41-210AB4EF653D}"/>
              </a:ext>
            </a:extLst>
          </p:cNvPr>
          <p:cNvSpPr>
            <a:spLocks xmlns:a="http://schemas.openxmlformats.org/drawingml/2006/main" noGrp="1"/>
          </p:cNvSpPr>
          <p:nvPr/>
        </p:nvSpPr>
        <p:spPr>
          <a:xfrm xmlns:a="http://schemas.openxmlformats.org/drawingml/2006/main">
            <a:off x="609600" y="4543425"/>
            <a:ext cx="1905000" cy="99060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025">
                <a:solidFill>
                  <a:srgbClr val="123039"/>
                </a:solidFill>
                <a:latin typeface="Calibri"/>
                <a:ea typeface="Calibri"/>
                <a:cs typeface="Calibri"/>
              </a:defRPr>
            </a:defPPr>
            <a:lvl1pPr algn="ctr">
              <a:defRPr sz="2025">
                <a:solidFill>
                  <a:srgbClr val="123039"/>
                </a:solidFill>
                <a:latin typeface="Calibri"/>
                <a:ea typeface="Calibri"/>
                <a:cs typeface="Calibri"/>
              </a:defRPr>
            </a:lvl1pPr>
            <a:lvl2pPr algn="ctr">
              <a:defRPr sz="2025">
                <a:solidFill>
                  <a:srgbClr val="123039"/>
                </a:solidFill>
                <a:latin typeface="Calibri"/>
                <a:ea typeface="Calibri"/>
                <a:cs typeface="Calibri"/>
              </a:defRPr>
            </a:lvl2pPr>
            <a:lvl3pPr algn="ctr">
              <a:defRPr sz="2025">
                <a:solidFill>
                  <a:srgbClr val="123039"/>
                </a:solidFill>
                <a:latin typeface="Calibri"/>
                <a:ea typeface="Calibri"/>
                <a:cs typeface="Calibri"/>
              </a:defRPr>
            </a:lvl3pPr>
            <a:lvl4pPr algn="ctr">
              <a:defRPr sz="2025">
                <a:solidFill>
                  <a:srgbClr val="123039"/>
                </a:solidFill>
                <a:latin typeface="Calibri"/>
                <a:ea typeface="Calibri"/>
                <a:cs typeface="Calibri"/>
              </a:defRPr>
            </a:lvl4pPr>
            <a:lvl5pPr algn="ctr">
              <a:defRPr sz="2025">
                <a:solidFill>
                  <a:srgbClr val="123039"/>
                </a:solidFill>
                <a:latin typeface="Calibri"/>
                <a:ea typeface="Calibri"/>
                <a:cs typeface="Calibri"/>
              </a:defRPr>
            </a:lvl5pPr>
            <a:lvl6pPr algn="ctr">
              <a:defRPr sz="2025">
                <a:solidFill>
                  <a:srgbClr val="123039"/>
                </a:solidFill>
                <a:latin typeface="Calibri"/>
                <a:ea typeface="Calibri"/>
                <a:cs typeface="Calibri"/>
              </a:defRPr>
            </a:lvl6pPr>
            <a:lvl7pPr algn="ctr">
              <a:defRPr sz="2025">
                <a:solidFill>
                  <a:srgbClr val="123039"/>
                </a:solidFill>
                <a:latin typeface="Calibri"/>
                <a:ea typeface="Calibri"/>
                <a:cs typeface="Calibri"/>
              </a:defRPr>
            </a:lvl7pPr>
            <a:lvl8pPr algn="ctr">
              <a:defRPr sz="2025">
                <a:solidFill>
                  <a:srgbClr val="123039"/>
                </a:solidFill>
                <a:latin typeface="Calibri"/>
                <a:ea typeface="Calibri"/>
                <a:cs typeface="Calibri"/>
              </a:defRPr>
            </a:lvl8pPr>
            <a:lvl9pPr algn="ctr">
              <a:defRPr sz="2025">
                <a:solidFill>
                  <a:srgbClr val="123039"/>
                </a:solidFill>
                <a:latin typeface="Calibri"/>
                <a:ea typeface="Calibri"/>
                <a:cs typeface="Calibri"/>
              </a:defRPr>
            </a:lvl9pPr>
          </a:lstStyle>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Operator</a:t>
            </a:r>
          </a:p>
          <a:p xmlns:a="http://schemas.openxmlformats.org/drawingml/2006/main">
            <a:pPr algn="ctr">
              <a:defRPr sz="2025">
                <a:solidFill>
                  <a:srgbClr val="123039"/>
                </a:solidFill>
                <a:latin typeface="Calibri"/>
                <a:ea typeface="Calibri"/>
                <a:cs typeface="Calibri"/>
              </a:defRPr>
            </a:pPr>
            <a:r>
              <a:rPr sz="2025">
                <a:solidFill>
                  <a:srgbClr val="123039"/>
                </a:solidFill>
                <a:latin typeface="Calibri"/>
                <a:ea typeface="Calibri"/>
                <a:cs typeface="Calibri"/>
              </a:rPr>
              <a:t>approval</a:t>
            </a:r>
          </a:p>
        </p:txBody>
      </p:sp>
      <p:sp>
        <p:nvSpPr>
          <p:cNvPr id="15" name="SQLite&#10;Versions and audit events">
            <a:extLst xmlns:a="http://schemas.openxmlformats.org/drawingml/2006/main">
              <a:ext uri="{FF2B5EF4-FFF2-40B4-BE49-F238E27FC236}">
                <a16:creationId xmlns:a16="http://schemas.microsoft.com/office/drawing/2014/main" id="{BBFA4CF7-B6F9-4210-8C78-E3E8C2642BCB}"/>
              </a:ext>
            </a:extLst>
          </p:cNvPr>
          <p:cNvSpPr>
            <a:spLocks xmlns:a="http://schemas.openxmlformats.org/drawingml/2006/main" noGrp="1"/>
          </p:cNvSpPr>
          <p:nvPr/>
        </p:nvSpPr>
        <p:spPr>
          <a:xfrm xmlns:a="http://schemas.openxmlformats.org/drawingml/2006/main">
            <a:off x="2857500" y="4543425"/>
            <a:ext cx="4152900" cy="99060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100">
                <a:solidFill>
                  <a:srgbClr val="123039"/>
                </a:solidFill>
                <a:latin typeface="Calibri"/>
                <a:ea typeface="Calibri"/>
                <a:cs typeface="Calibri"/>
              </a:defRPr>
            </a:defPPr>
            <a:lvl1pPr algn="ctr">
              <a:defRPr sz="2100">
                <a:solidFill>
                  <a:srgbClr val="123039"/>
                </a:solidFill>
                <a:latin typeface="Calibri"/>
                <a:ea typeface="Calibri"/>
                <a:cs typeface="Calibri"/>
              </a:defRPr>
            </a:lvl1pPr>
            <a:lvl2pPr algn="ctr">
              <a:defRPr sz="2100">
                <a:solidFill>
                  <a:srgbClr val="123039"/>
                </a:solidFill>
                <a:latin typeface="Calibri"/>
                <a:ea typeface="Calibri"/>
                <a:cs typeface="Calibri"/>
              </a:defRPr>
            </a:lvl2pPr>
            <a:lvl3pPr algn="ctr">
              <a:defRPr sz="2100">
                <a:solidFill>
                  <a:srgbClr val="123039"/>
                </a:solidFill>
                <a:latin typeface="Calibri"/>
                <a:ea typeface="Calibri"/>
                <a:cs typeface="Calibri"/>
              </a:defRPr>
            </a:lvl3pPr>
            <a:lvl4pPr algn="ctr">
              <a:defRPr sz="2100">
                <a:solidFill>
                  <a:srgbClr val="123039"/>
                </a:solidFill>
                <a:latin typeface="Calibri"/>
                <a:ea typeface="Calibri"/>
                <a:cs typeface="Calibri"/>
              </a:defRPr>
            </a:lvl4pPr>
            <a:lvl5pPr algn="ctr">
              <a:defRPr sz="2100">
                <a:solidFill>
                  <a:srgbClr val="123039"/>
                </a:solidFill>
                <a:latin typeface="Calibri"/>
                <a:ea typeface="Calibri"/>
                <a:cs typeface="Calibri"/>
              </a:defRPr>
            </a:lvl5pPr>
            <a:lvl6pPr algn="ctr">
              <a:defRPr sz="2100">
                <a:solidFill>
                  <a:srgbClr val="123039"/>
                </a:solidFill>
                <a:latin typeface="Calibri"/>
                <a:ea typeface="Calibri"/>
                <a:cs typeface="Calibri"/>
              </a:defRPr>
            </a:lvl6pPr>
            <a:lvl7pPr algn="ctr">
              <a:defRPr sz="2100">
                <a:solidFill>
                  <a:srgbClr val="123039"/>
                </a:solidFill>
                <a:latin typeface="Calibri"/>
                <a:ea typeface="Calibri"/>
                <a:cs typeface="Calibri"/>
              </a:defRPr>
            </a:lvl7pPr>
            <a:lvl8pPr algn="ctr">
              <a:defRPr sz="2100">
                <a:solidFill>
                  <a:srgbClr val="123039"/>
                </a:solidFill>
                <a:latin typeface="Calibri"/>
                <a:ea typeface="Calibri"/>
                <a:cs typeface="Calibri"/>
              </a:defRPr>
            </a:lvl8pPr>
            <a:lvl9pPr algn="ctr">
              <a:defRPr sz="2100">
                <a:solidFill>
                  <a:srgbClr val="123039"/>
                </a:solidFill>
                <a:latin typeface="Calibri"/>
                <a:ea typeface="Calibri"/>
                <a:cs typeface="Calibri"/>
              </a:defRPr>
            </a:lvl9pPr>
          </a:lstStyle>
          <a:p xmlns:a="http://schemas.openxmlformats.org/drawingml/2006/main">
            <a:pPr algn="ctr">
              <a:defRPr sz="2100">
                <a:solidFill>
                  <a:srgbClr val="123039"/>
                </a:solidFill>
                <a:latin typeface="Calibri"/>
                <a:ea typeface="Calibri"/>
                <a:cs typeface="Calibri"/>
              </a:defRPr>
            </a:pPr>
            <a:r>
              <a:rPr sz="2100">
                <a:solidFill>
                  <a:srgbClr val="123039"/>
                </a:solidFill>
                <a:latin typeface="Calibri"/>
                <a:ea typeface="Calibri"/>
                <a:cs typeface="Calibri"/>
              </a:rPr>
              <a:t>SQLite</a:t>
            </a:r>
          </a:p>
          <a:p xmlns:a="http://schemas.openxmlformats.org/drawingml/2006/main">
            <a:pPr algn="ctr">
              <a:defRPr sz="2100">
                <a:solidFill>
                  <a:srgbClr val="123039"/>
                </a:solidFill>
                <a:latin typeface="Calibri"/>
                <a:ea typeface="Calibri"/>
                <a:cs typeface="Calibri"/>
              </a:defRPr>
            </a:pPr>
            <a:r>
              <a:rPr sz="2100">
                <a:solidFill>
                  <a:srgbClr val="123039"/>
                </a:solidFill>
                <a:latin typeface="Calibri"/>
                <a:ea typeface="Calibri"/>
                <a:cs typeface="Calibri"/>
              </a:rPr>
              <a:t>Versions and audit events</a:t>
            </a:r>
          </a:p>
        </p:txBody>
      </p:sp>
      <p:sp>
        <p:nvSpPr>
          <p:cNvPr id="18" name="ReasonKE_plus / Qwen2.5-7B&#10;Pinned 4-bit inference on T4">
            <a:extLst xmlns:a="http://schemas.openxmlformats.org/drawingml/2006/main">
              <a:ext uri="{FF2B5EF4-FFF2-40B4-BE49-F238E27FC236}">
                <a16:creationId xmlns:a16="http://schemas.microsoft.com/office/drawing/2014/main" id="{71A15357-A84C-4824-86C2-92054BD9DC72}"/>
              </a:ext>
            </a:extLst>
          </p:cNvPr>
          <p:cNvSpPr>
            <a:spLocks xmlns:a="http://schemas.openxmlformats.org/drawingml/2006/main" noGrp="1"/>
          </p:cNvSpPr>
          <p:nvPr/>
        </p:nvSpPr>
        <p:spPr>
          <a:xfrm xmlns:a="http://schemas.openxmlformats.org/drawingml/2006/main">
            <a:off x="7381875" y="4219575"/>
            <a:ext cx="4171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76969"/>
                </a:solidFill>
                <a:latin typeface="Calibri"/>
                <a:ea typeface="Calibri"/>
                <a:cs typeface="Calibri"/>
              </a:defRPr>
            </a:defPPr>
            <a:lvl1pPr algn="l">
              <a:defRPr sz="1950" b="0">
                <a:solidFill>
                  <a:srgbClr val="576969"/>
                </a:solidFill>
                <a:latin typeface="Calibri"/>
                <a:ea typeface="Calibri"/>
                <a:cs typeface="Calibri"/>
              </a:defRPr>
            </a:lvl1pPr>
            <a:lvl2pPr algn="l">
              <a:defRPr sz="1950" b="0">
                <a:solidFill>
                  <a:srgbClr val="576969"/>
                </a:solidFill>
                <a:latin typeface="Calibri"/>
                <a:ea typeface="Calibri"/>
                <a:cs typeface="Calibri"/>
              </a:defRPr>
            </a:lvl2pPr>
            <a:lvl3pPr algn="l">
              <a:defRPr sz="1950" b="0">
                <a:solidFill>
                  <a:srgbClr val="576969"/>
                </a:solidFill>
                <a:latin typeface="Calibri"/>
                <a:ea typeface="Calibri"/>
                <a:cs typeface="Calibri"/>
              </a:defRPr>
            </a:lvl3pPr>
            <a:lvl4pPr algn="l">
              <a:defRPr sz="1950" b="0">
                <a:solidFill>
                  <a:srgbClr val="576969"/>
                </a:solidFill>
                <a:latin typeface="Calibri"/>
                <a:ea typeface="Calibri"/>
                <a:cs typeface="Calibri"/>
              </a:defRPr>
            </a:lvl4pPr>
            <a:lvl5pPr algn="l">
              <a:defRPr sz="1950" b="0">
                <a:solidFill>
                  <a:srgbClr val="576969"/>
                </a:solidFill>
                <a:latin typeface="Calibri"/>
                <a:ea typeface="Calibri"/>
                <a:cs typeface="Calibri"/>
              </a:defRPr>
            </a:lvl5pPr>
            <a:lvl6pPr algn="l">
              <a:defRPr sz="1950" b="0">
                <a:solidFill>
                  <a:srgbClr val="576969"/>
                </a:solidFill>
                <a:latin typeface="Calibri"/>
                <a:ea typeface="Calibri"/>
                <a:cs typeface="Calibri"/>
              </a:defRPr>
            </a:lvl6pPr>
            <a:lvl7pPr algn="l">
              <a:defRPr sz="1950" b="0">
                <a:solidFill>
                  <a:srgbClr val="576969"/>
                </a:solidFill>
                <a:latin typeface="Calibri"/>
                <a:ea typeface="Calibri"/>
                <a:cs typeface="Calibri"/>
              </a:defRPr>
            </a:lvl7pPr>
            <a:lvl8pPr algn="l">
              <a:defRPr sz="1950" b="0">
                <a:solidFill>
                  <a:srgbClr val="576969"/>
                </a:solidFill>
                <a:latin typeface="Calibri"/>
                <a:ea typeface="Calibri"/>
                <a:cs typeface="Calibri"/>
              </a:defRPr>
            </a:lvl8pPr>
            <a:lvl9pPr algn="l">
              <a:defRPr sz="1950" b="0">
                <a:solidFill>
                  <a:srgbClr val="576969"/>
                </a:solidFill>
                <a:latin typeface="Calibri"/>
                <a:ea typeface="Calibri"/>
                <a:cs typeface="Calibri"/>
              </a:defRPr>
            </a:lvl9pPr>
          </a:lstStyle>
          <a:p xmlns:a="http://schemas.openxmlformats.org/drawingml/2006/main">
            <a:pPr algn="l">
              <a:defRPr sz="1950" b="0">
                <a:solidFill>
                  <a:srgbClr val="576969"/>
                </a:solidFill>
                <a:latin typeface="Calibri"/>
                <a:ea typeface="Calibri"/>
                <a:cs typeface="Calibri"/>
              </a:defRPr>
            </a:pPr>
            <a:r>
              <a:rPr sz="1950" b="0">
                <a:solidFill>
                  <a:srgbClr val="576969"/>
                </a:solidFill>
                <a:latin typeface="Calibri"/>
                <a:ea typeface="Calibri"/>
                <a:cs typeface="Calibri"/>
              </a:rPr>
              <a:t>ReasonKE_plus / Qwen2.5-7B</a:t>
            </a:r>
          </a:p>
          <a:p xmlns:a="http://schemas.openxmlformats.org/drawingml/2006/main">
            <a:pPr algn="l">
              <a:defRPr sz="1950" b="0">
                <a:solidFill>
                  <a:srgbClr val="576969"/>
                </a:solidFill>
                <a:latin typeface="Calibri"/>
                <a:ea typeface="Calibri"/>
                <a:cs typeface="Calibri"/>
              </a:defRPr>
            </a:pPr>
            <a:r>
              <a:rPr sz="1950" b="0">
                <a:solidFill>
                  <a:srgbClr val="576969"/>
                </a:solidFill>
                <a:latin typeface="Calibri"/>
                <a:ea typeface="Calibri"/>
                <a:cs typeface="Calibri"/>
              </a:rPr>
              <a:t>Pinned 4-bit inference on T4</a:t>
            </a:r>
          </a:p>
        </p:txBody>
      </p:sp>
      <p:sp>
        <p:nvSpPr>
          <p:cNvPr id="19" name="Each saved response retains the supplied fact IDs, model identity and memory rev">
            <a:extLst xmlns:a="http://schemas.openxmlformats.org/drawingml/2006/main">
              <a:ext uri="{FF2B5EF4-FFF2-40B4-BE49-F238E27FC236}">
                <a16:creationId xmlns:a16="http://schemas.microsoft.com/office/drawing/2014/main" id="{2888A939-8B26-4E7A-86FE-984A1CD1009F}"/>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Each saved response retains the supplied fact IDs, model identity and memory revision.</a:t>
            </a:r>
          </a:p>
        </p:txBody>
      </p:sp>
    </p:spTree>
    <p:extLst>
      <p:ext uri="{BB962C8B-B14F-4D97-AF65-F5344CB8AC3E}">
        <p14:creationId xmlns:p14="http://schemas.microsoft.com/office/powerpoint/2010/main" val="541670169"/>
      </p:ext>
    </p:extLst>
  </p:cSld>
  <p:transition advClick="0" advTm="65000"/>
</p:sld>
</file>

<file path=ppt/slides/slide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645D860-CBD8-474B-994E-5B00C6FB5FEC}"/>
              </a:ext>
            </a:extLst>
          </p:cNvPr>
          <p:cNvCxnSpPr>
            <a:stCxn xmlns:a="http://schemas.openxmlformats.org/drawingml/2006/main" id="7" idx="3"/>
            <a:endCxn xmlns:a="http://schemas.openxmlformats.org/drawingml/2006/main" id="8" idx="1"/>
          </p:cNvCxnSpPr>
          <p:nvPr/>
        </p:nvCxnSpPr>
        <p:spPr>
          <a:xfrm xmlns:a="http://schemas.openxmlformats.org/drawingml/2006/main">
            <a:off x="8724900" y="2747963"/>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0" name="">
            <a:extLst xmlns:a="http://schemas.openxmlformats.org/drawingml/2006/main">
              <a:ext uri="{FF2B5EF4-FFF2-40B4-BE49-F238E27FC236}">
                <a16:creationId xmlns:a16="http://schemas.microsoft.com/office/drawing/2014/main" id="{C169C5F6-74EF-43AF-A79A-1BC3C9CC15A2}"/>
              </a:ext>
            </a:extLst>
          </p:cNvPr>
          <p:cNvCxnSpPr>
            <a:stCxn xmlns:a="http://schemas.openxmlformats.org/drawingml/2006/main" id="6" idx="3"/>
            <a:endCxn xmlns:a="http://schemas.openxmlformats.org/drawingml/2006/main" id="7" idx="1"/>
          </p:cNvCxnSpPr>
          <p:nvPr/>
        </p:nvCxnSpPr>
        <p:spPr>
          <a:xfrm xmlns:a="http://schemas.openxmlformats.org/drawingml/2006/main">
            <a:off x="5905500" y="2747963"/>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9" name="">
            <a:extLst xmlns:a="http://schemas.openxmlformats.org/drawingml/2006/main">
              <a:ext uri="{FF2B5EF4-FFF2-40B4-BE49-F238E27FC236}">
                <a16:creationId xmlns:a16="http://schemas.microsoft.com/office/drawing/2014/main" id="{A0767D94-9AAC-4E90-8C46-E7D87E06EBE1}"/>
              </a:ext>
            </a:extLst>
          </p:cNvPr>
          <p:cNvCxnSpPr>
            <a:stCxn xmlns:a="http://schemas.openxmlformats.org/drawingml/2006/main" id="5" idx="3"/>
            <a:endCxn xmlns:a="http://schemas.openxmlformats.org/drawingml/2006/main" id="6" idx="1"/>
          </p:cNvCxnSpPr>
          <p:nvPr/>
        </p:nvCxnSpPr>
        <p:spPr>
          <a:xfrm xmlns:a="http://schemas.openxmlformats.org/drawingml/2006/main">
            <a:off x="3086100" y="2747963"/>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18" name="Retrieval across connected facts">
            <a:extLst xmlns:a="http://schemas.openxmlformats.org/drawingml/2006/main">
              <a:ext uri="{FF2B5EF4-FFF2-40B4-BE49-F238E27FC236}">
                <a16:creationId xmlns:a16="http://schemas.microsoft.com/office/drawing/2014/main" id="{E736EDF0-5FF5-44C2-B942-39469FBEF5A1}"/>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Retrieval across connected facts</a:t>
            </a:r>
          </a:p>
        </p:txBody>
      </p:sp>
      <p:sp>
        <p:nvSpPr>
          <p:cNvPr id="2" name="Follow approved answer text to the next relevant record.">
            <a:extLst xmlns:a="http://schemas.openxmlformats.org/drawingml/2006/main">
              <a:ext uri="{FF2B5EF4-FFF2-40B4-BE49-F238E27FC236}">
                <a16:creationId xmlns:a16="http://schemas.microsoft.com/office/drawing/2014/main" id="{0540C4D2-CCD3-4533-A355-A115A2706E21}"/>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Follow approved answer text to the next relevant record.</a:t>
            </a:r>
          </a:p>
        </p:txBody>
      </p:sp>
      <p:sp>
        <p:nvSpPr>
          <p:cNvPr id="3" name="Verity">
            <a:extLst xmlns:a="http://schemas.openxmlformats.org/drawingml/2006/main">
              <a:ext uri="{FF2B5EF4-FFF2-40B4-BE49-F238E27FC236}">
                <a16:creationId xmlns:a16="http://schemas.microsoft.com/office/drawing/2014/main" id="{B3BD30F1-103D-4FB8-BE4B-61CA417FC5CD}"/>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4">
            <a:extLst xmlns:a="http://schemas.openxmlformats.org/drawingml/2006/main">
              <a:ext uri="{FF2B5EF4-FFF2-40B4-BE49-F238E27FC236}">
                <a16:creationId xmlns:a16="http://schemas.microsoft.com/office/drawing/2014/main" id="{FF8D5B1B-DF02-4D50-8E9C-816BCAD33744}"/>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04</a:t>
            </a:r>
          </a:p>
        </p:txBody>
      </p:sp>
      <p:sp>
        <p:nvSpPr>
          <p:cNvPr id="5" name="Air India">
            <a:extLst xmlns:a="http://schemas.openxmlformats.org/drawingml/2006/main">
              <a:ext uri="{FF2B5EF4-FFF2-40B4-BE49-F238E27FC236}">
                <a16:creationId xmlns:a16="http://schemas.microsoft.com/office/drawing/2014/main" id="{7304F84D-42E0-4CDC-8B8A-D4B9E12E827A}"/>
              </a:ext>
            </a:extLst>
          </p:cNvPr>
          <p:cNvSpPr>
            <a:spLocks xmlns:a="http://schemas.openxmlformats.org/drawingml/2006/main" noGrp="1"/>
          </p:cNvSpPr>
          <p:nvPr/>
        </p:nvSpPr>
        <p:spPr>
          <a:xfrm xmlns:a="http://schemas.openxmlformats.org/drawingml/2006/main">
            <a:off x="609600" y="2200275"/>
            <a:ext cx="2476500" cy="10953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550">
                <a:solidFill>
                  <a:srgbClr val="123039"/>
                </a:solidFill>
                <a:latin typeface="Calibri"/>
                <a:ea typeface="Calibri"/>
                <a:cs typeface="Calibri"/>
              </a:defRPr>
            </a:defPPr>
            <a:lvl1pPr algn="ctr">
              <a:defRPr sz="2550">
                <a:solidFill>
                  <a:srgbClr val="123039"/>
                </a:solidFill>
                <a:latin typeface="Calibri"/>
                <a:ea typeface="Calibri"/>
                <a:cs typeface="Calibri"/>
              </a:defRPr>
            </a:lvl1pPr>
            <a:lvl2pPr algn="ctr">
              <a:defRPr sz="2550">
                <a:solidFill>
                  <a:srgbClr val="123039"/>
                </a:solidFill>
                <a:latin typeface="Calibri"/>
                <a:ea typeface="Calibri"/>
                <a:cs typeface="Calibri"/>
              </a:defRPr>
            </a:lvl2pPr>
            <a:lvl3pPr algn="ctr">
              <a:defRPr sz="2550">
                <a:solidFill>
                  <a:srgbClr val="123039"/>
                </a:solidFill>
                <a:latin typeface="Calibri"/>
                <a:ea typeface="Calibri"/>
                <a:cs typeface="Calibri"/>
              </a:defRPr>
            </a:lvl3pPr>
            <a:lvl4pPr algn="ctr">
              <a:defRPr sz="2550">
                <a:solidFill>
                  <a:srgbClr val="123039"/>
                </a:solidFill>
                <a:latin typeface="Calibri"/>
                <a:ea typeface="Calibri"/>
                <a:cs typeface="Calibri"/>
              </a:defRPr>
            </a:lvl4pPr>
            <a:lvl5pPr algn="ctr">
              <a:defRPr sz="2550">
                <a:solidFill>
                  <a:srgbClr val="123039"/>
                </a:solidFill>
                <a:latin typeface="Calibri"/>
                <a:ea typeface="Calibri"/>
                <a:cs typeface="Calibri"/>
              </a:defRPr>
            </a:lvl5pPr>
            <a:lvl6pPr algn="ctr">
              <a:defRPr sz="2550">
                <a:solidFill>
                  <a:srgbClr val="123039"/>
                </a:solidFill>
                <a:latin typeface="Calibri"/>
                <a:ea typeface="Calibri"/>
                <a:cs typeface="Calibri"/>
              </a:defRPr>
            </a:lvl6pPr>
            <a:lvl7pPr algn="ctr">
              <a:defRPr sz="2550">
                <a:solidFill>
                  <a:srgbClr val="123039"/>
                </a:solidFill>
                <a:latin typeface="Calibri"/>
                <a:ea typeface="Calibri"/>
                <a:cs typeface="Calibri"/>
              </a:defRPr>
            </a:lvl7pPr>
            <a:lvl8pPr algn="ctr">
              <a:defRPr sz="2550">
                <a:solidFill>
                  <a:srgbClr val="123039"/>
                </a:solidFill>
                <a:latin typeface="Calibri"/>
                <a:ea typeface="Calibri"/>
                <a:cs typeface="Calibri"/>
              </a:defRPr>
            </a:lvl8pPr>
            <a:lvl9pPr algn="ctr">
              <a:defRPr sz="2550">
                <a:solidFill>
                  <a:srgbClr val="123039"/>
                </a:solidFill>
                <a:latin typeface="Calibri"/>
                <a:ea typeface="Calibri"/>
                <a:cs typeface="Calibri"/>
              </a:defRPr>
            </a:lvl9pPr>
          </a:lstStyle>
          <a:p xmlns:a="http://schemas.openxmlformats.org/drawingml/2006/main">
            <a:pPr algn="ctr">
              <a:defRPr sz="2550">
                <a:solidFill>
                  <a:srgbClr val="123039"/>
                </a:solidFill>
                <a:latin typeface="Calibri"/>
                <a:ea typeface="Calibri"/>
                <a:cs typeface="Calibri"/>
              </a:defRPr>
            </a:pPr>
            <a:r>
              <a:rPr sz="2550">
                <a:solidFill>
                  <a:srgbClr val="123039"/>
                </a:solidFill>
                <a:latin typeface="Calibri"/>
                <a:ea typeface="Calibri"/>
                <a:cs typeface="Calibri"/>
              </a:rPr>
              <a:t>Air India</a:t>
            </a:r>
          </a:p>
        </p:txBody>
      </p:sp>
      <p:sp>
        <p:nvSpPr>
          <p:cNvPr id="6" name="Talace">
            <a:extLst xmlns:a="http://schemas.openxmlformats.org/drawingml/2006/main">
              <a:ext uri="{FF2B5EF4-FFF2-40B4-BE49-F238E27FC236}">
                <a16:creationId xmlns:a16="http://schemas.microsoft.com/office/drawing/2014/main" id="{74B76AC6-BF18-46C5-B394-39D92533F62A}"/>
              </a:ext>
            </a:extLst>
          </p:cNvPr>
          <p:cNvSpPr>
            <a:spLocks xmlns:a="http://schemas.openxmlformats.org/drawingml/2006/main" noGrp="1"/>
          </p:cNvSpPr>
          <p:nvPr/>
        </p:nvSpPr>
        <p:spPr>
          <a:xfrm xmlns:a="http://schemas.openxmlformats.org/drawingml/2006/main">
            <a:off x="3429000" y="2200275"/>
            <a:ext cx="2476500" cy="10953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550">
                <a:solidFill>
                  <a:srgbClr val="123039"/>
                </a:solidFill>
                <a:latin typeface="Calibri"/>
                <a:ea typeface="Calibri"/>
                <a:cs typeface="Calibri"/>
              </a:defRPr>
            </a:defPPr>
            <a:lvl1pPr algn="ctr">
              <a:defRPr sz="2550">
                <a:solidFill>
                  <a:srgbClr val="123039"/>
                </a:solidFill>
                <a:latin typeface="Calibri"/>
                <a:ea typeface="Calibri"/>
                <a:cs typeface="Calibri"/>
              </a:defRPr>
            </a:lvl1pPr>
            <a:lvl2pPr algn="ctr">
              <a:defRPr sz="2550">
                <a:solidFill>
                  <a:srgbClr val="123039"/>
                </a:solidFill>
                <a:latin typeface="Calibri"/>
                <a:ea typeface="Calibri"/>
                <a:cs typeface="Calibri"/>
              </a:defRPr>
            </a:lvl2pPr>
            <a:lvl3pPr algn="ctr">
              <a:defRPr sz="2550">
                <a:solidFill>
                  <a:srgbClr val="123039"/>
                </a:solidFill>
                <a:latin typeface="Calibri"/>
                <a:ea typeface="Calibri"/>
                <a:cs typeface="Calibri"/>
              </a:defRPr>
            </a:lvl3pPr>
            <a:lvl4pPr algn="ctr">
              <a:defRPr sz="2550">
                <a:solidFill>
                  <a:srgbClr val="123039"/>
                </a:solidFill>
                <a:latin typeface="Calibri"/>
                <a:ea typeface="Calibri"/>
                <a:cs typeface="Calibri"/>
              </a:defRPr>
            </a:lvl4pPr>
            <a:lvl5pPr algn="ctr">
              <a:defRPr sz="2550">
                <a:solidFill>
                  <a:srgbClr val="123039"/>
                </a:solidFill>
                <a:latin typeface="Calibri"/>
                <a:ea typeface="Calibri"/>
                <a:cs typeface="Calibri"/>
              </a:defRPr>
            </a:lvl5pPr>
            <a:lvl6pPr algn="ctr">
              <a:defRPr sz="2550">
                <a:solidFill>
                  <a:srgbClr val="123039"/>
                </a:solidFill>
                <a:latin typeface="Calibri"/>
                <a:ea typeface="Calibri"/>
                <a:cs typeface="Calibri"/>
              </a:defRPr>
            </a:lvl6pPr>
            <a:lvl7pPr algn="ctr">
              <a:defRPr sz="2550">
                <a:solidFill>
                  <a:srgbClr val="123039"/>
                </a:solidFill>
                <a:latin typeface="Calibri"/>
                <a:ea typeface="Calibri"/>
                <a:cs typeface="Calibri"/>
              </a:defRPr>
            </a:lvl7pPr>
            <a:lvl8pPr algn="ctr">
              <a:defRPr sz="2550">
                <a:solidFill>
                  <a:srgbClr val="123039"/>
                </a:solidFill>
                <a:latin typeface="Calibri"/>
                <a:ea typeface="Calibri"/>
                <a:cs typeface="Calibri"/>
              </a:defRPr>
            </a:lvl8pPr>
            <a:lvl9pPr algn="ctr">
              <a:defRPr sz="2550">
                <a:solidFill>
                  <a:srgbClr val="123039"/>
                </a:solidFill>
                <a:latin typeface="Calibri"/>
                <a:ea typeface="Calibri"/>
                <a:cs typeface="Calibri"/>
              </a:defRPr>
            </a:lvl9pPr>
          </a:lstStyle>
          <a:p xmlns:a="http://schemas.openxmlformats.org/drawingml/2006/main">
            <a:pPr algn="ctr">
              <a:defRPr sz="2550">
                <a:solidFill>
                  <a:srgbClr val="123039"/>
                </a:solidFill>
                <a:latin typeface="Calibri"/>
                <a:ea typeface="Calibri"/>
                <a:cs typeface="Calibri"/>
              </a:defRPr>
            </a:pPr>
            <a:r>
              <a:rPr sz="2550">
                <a:solidFill>
                  <a:srgbClr val="123039"/>
                </a:solidFill>
                <a:latin typeface="Calibri"/>
                <a:ea typeface="Calibri"/>
                <a:cs typeface="Calibri"/>
              </a:rPr>
              <a:t>Talace</a:t>
            </a:r>
          </a:p>
        </p:txBody>
      </p:sp>
      <p:sp>
        <p:nvSpPr>
          <p:cNvPr id="7" name="Tata Sons">
            <a:extLst xmlns:a="http://schemas.openxmlformats.org/drawingml/2006/main">
              <a:ext uri="{FF2B5EF4-FFF2-40B4-BE49-F238E27FC236}">
                <a16:creationId xmlns:a16="http://schemas.microsoft.com/office/drawing/2014/main" id="{7848B3AE-A2CD-438A-8F8B-8D7C4CE39CF8}"/>
              </a:ext>
            </a:extLst>
          </p:cNvPr>
          <p:cNvSpPr>
            <a:spLocks xmlns:a="http://schemas.openxmlformats.org/drawingml/2006/main" noGrp="1"/>
          </p:cNvSpPr>
          <p:nvPr/>
        </p:nvSpPr>
        <p:spPr>
          <a:xfrm xmlns:a="http://schemas.openxmlformats.org/drawingml/2006/main">
            <a:off x="6248400" y="2200275"/>
            <a:ext cx="2476500" cy="10953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550">
                <a:solidFill>
                  <a:srgbClr val="123039"/>
                </a:solidFill>
                <a:latin typeface="Calibri"/>
                <a:ea typeface="Calibri"/>
                <a:cs typeface="Calibri"/>
              </a:defRPr>
            </a:defPPr>
            <a:lvl1pPr algn="ctr">
              <a:defRPr sz="2550">
                <a:solidFill>
                  <a:srgbClr val="123039"/>
                </a:solidFill>
                <a:latin typeface="Calibri"/>
                <a:ea typeface="Calibri"/>
                <a:cs typeface="Calibri"/>
              </a:defRPr>
            </a:lvl1pPr>
            <a:lvl2pPr algn="ctr">
              <a:defRPr sz="2550">
                <a:solidFill>
                  <a:srgbClr val="123039"/>
                </a:solidFill>
                <a:latin typeface="Calibri"/>
                <a:ea typeface="Calibri"/>
                <a:cs typeface="Calibri"/>
              </a:defRPr>
            </a:lvl2pPr>
            <a:lvl3pPr algn="ctr">
              <a:defRPr sz="2550">
                <a:solidFill>
                  <a:srgbClr val="123039"/>
                </a:solidFill>
                <a:latin typeface="Calibri"/>
                <a:ea typeface="Calibri"/>
                <a:cs typeface="Calibri"/>
              </a:defRPr>
            </a:lvl3pPr>
            <a:lvl4pPr algn="ctr">
              <a:defRPr sz="2550">
                <a:solidFill>
                  <a:srgbClr val="123039"/>
                </a:solidFill>
                <a:latin typeface="Calibri"/>
                <a:ea typeface="Calibri"/>
                <a:cs typeface="Calibri"/>
              </a:defRPr>
            </a:lvl4pPr>
            <a:lvl5pPr algn="ctr">
              <a:defRPr sz="2550">
                <a:solidFill>
                  <a:srgbClr val="123039"/>
                </a:solidFill>
                <a:latin typeface="Calibri"/>
                <a:ea typeface="Calibri"/>
                <a:cs typeface="Calibri"/>
              </a:defRPr>
            </a:lvl5pPr>
            <a:lvl6pPr algn="ctr">
              <a:defRPr sz="2550">
                <a:solidFill>
                  <a:srgbClr val="123039"/>
                </a:solidFill>
                <a:latin typeface="Calibri"/>
                <a:ea typeface="Calibri"/>
                <a:cs typeface="Calibri"/>
              </a:defRPr>
            </a:lvl6pPr>
            <a:lvl7pPr algn="ctr">
              <a:defRPr sz="2550">
                <a:solidFill>
                  <a:srgbClr val="123039"/>
                </a:solidFill>
                <a:latin typeface="Calibri"/>
                <a:ea typeface="Calibri"/>
                <a:cs typeface="Calibri"/>
              </a:defRPr>
            </a:lvl7pPr>
            <a:lvl8pPr algn="ctr">
              <a:defRPr sz="2550">
                <a:solidFill>
                  <a:srgbClr val="123039"/>
                </a:solidFill>
                <a:latin typeface="Calibri"/>
                <a:ea typeface="Calibri"/>
                <a:cs typeface="Calibri"/>
              </a:defRPr>
            </a:lvl8pPr>
            <a:lvl9pPr algn="ctr">
              <a:defRPr sz="2550">
                <a:solidFill>
                  <a:srgbClr val="123039"/>
                </a:solidFill>
                <a:latin typeface="Calibri"/>
                <a:ea typeface="Calibri"/>
                <a:cs typeface="Calibri"/>
              </a:defRPr>
            </a:lvl9pPr>
          </a:lstStyle>
          <a:p xmlns:a="http://schemas.openxmlformats.org/drawingml/2006/main">
            <a:pPr algn="ctr">
              <a:defRPr sz="2550">
                <a:solidFill>
                  <a:srgbClr val="123039"/>
                </a:solidFill>
                <a:latin typeface="Calibri"/>
                <a:ea typeface="Calibri"/>
                <a:cs typeface="Calibri"/>
              </a:defRPr>
            </a:pPr>
            <a:r>
              <a:rPr sz="2550">
                <a:solidFill>
                  <a:srgbClr val="123039"/>
                </a:solidFill>
                <a:latin typeface="Calibri"/>
                <a:ea typeface="Calibri"/>
                <a:cs typeface="Calibri"/>
              </a:rPr>
              <a:t>Tata Sons</a:t>
            </a:r>
          </a:p>
        </p:txBody>
      </p:sp>
      <p:sp>
        <p:nvSpPr>
          <p:cNvPr id="8" name="Mumbai">
            <a:extLst xmlns:a="http://schemas.openxmlformats.org/drawingml/2006/main">
              <a:ext uri="{FF2B5EF4-FFF2-40B4-BE49-F238E27FC236}">
                <a16:creationId xmlns:a16="http://schemas.microsoft.com/office/drawing/2014/main" id="{A2ACBB91-BB49-4810-BBA5-6B270CA219D6}"/>
              </a:ext>
            </a:extLst>
          </p:cNvPr>
          <p:cNvSpPr>
            <a:spLocks xmlns:a="http://schemas.openxmlformats.org/drawingml/2006/main" noGrp="1"/>
          </p:cNvSpPr>
          <p:nvPr/>
        </p:nvSpPr>
        <p:spPr>
          <a:xfrm xmlns:a="http://schemas.openxmlformats.org/drawingml/2006/main">
            <a:off x="9067800" y="2200275"/>
            <a:ext cx="2476500" cy="1095375"/>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23825" tIns="123825" rIns="123825" bIns="123825" anchor="ctr"/>
          <a:lstStyle xmlns:a="http://schemas.openxmlformats.org/drawingml/2006/main">
            <a:defPPr algn="ctr">
              <a:defRPr sz="2550">
                <a:solidFill>
                  <a:srgbClr val="FFFFFF"/>
                </a:solidFill>
                <a:latin typeface="Calibri"/>
                <a:ea typeface="Calibri"/>
                <a:cs typeface="Calibri"/>
              </a:defRPr>
            </a:defPPr>
            <a:lvl1pPr algn="ctr">
              <a:defRPr sz="2550">
                <a:solidFill>
                  <a:srgbClr val="FFFFFF"/>
                </a:solidFill>
                <a:latin typeface="Calibri"/>
                <a:ea typeface="Calibri"/>
                <a:cs typeface="Calibri"/>
              </a:defRPr>
            </a:lvl1pPr>
            <a:lvl2pPr algn="ctr">
              <a:defRPr sz="2550">
                <a:solidFill>
                  <a:srgbClr val="FFFFFF"/>
                </a:solidFill>
                <a:latin typeface="Calibri"/>
                <a:ea typeface="Calibri"/>
                <a:cs typeface="Calibri"/>
              </a:defRPr>
            </a:lvl2pPr>
            <a:lvl3pPr algn="ctr">
              <a:defRPr sz="2550">
                <a:solidFill>
                  <a:srgbClr val="FFFFFF"/>
                </a:solidFill>
                <a:latin typeface="Calibri"/>
                <a:ea typeface="Calibri"/>
                <a:cs typeface="Calibri"/>
              </a:defRPr>
            </a:lvl3pPr>
            <a:lvl4pPr algn="ctr">
              <a:defRPr sz="2550">
                <a:solidFill>
                  <a:srgbClr val="FFFFFF"/>
                </a:solidFill>
                <a:latin typeface="Calibri"/>
                <a:ea typeface="Calibri"/>
                <a:cs typeface="Calibri"/>
              </a:defRPr>
            </a:lvl4pPr>
            <a:lvl5pPr algn="ctr">
              <a:defRPr sz="2550">
                <a:solidFill>
                  <a:srgbClr val="FFFFFF"/>
                </a:solidFill>
                <a:latin typeface="Calibri"/>
                <a:ea typeface="Calibri"/>
                <a:cs typeface="Calibri"/>
              </a:defRPr>
            </a:lvl5pPr>
            <a:lvl6pPr algn="ctr">
              <a:defRPr sz="2550">
                <a:solidFill>
                  <a:srgbClr val="FFFFFF"/>
                </a:solidFill>
                <a:latin typeface="Calibri"/>
                <a:ea typeface="Calibri"/>
                <a:cs typeface="Calibri"/>
              </a:defRPr>
            </a:lvl6pPr>
            <a:lvl7pPr algn="ctr">
              <a:defRPr sz="2550">
                <a:solidFill>
                  <a:srgbClr val="FFFFFF"/>
                </a:solidFill>
                <a:latin typeface="Calibri"/>
                <a:ea typeface="Calibri"/>
                <a:cs typeface="Calibri"/>
              </a:defRPr>
            </a:lvl7pPr>
            <a:lvl8pPr algn="ctr">
              <a:defRPr sz="2550">
                <a:solidFill>
                  <a:srgbClr val="FFFFFF"/>
                </a:solidFill>
                <a:latin typeface="Calibri"/>
                <a:ea typeface="Calibri"/>
                <a:cs typeface="Calibri"/>
              </a:defRPr>
            </a:lvl8pPr>
            <a:lvl9pPr algn="ctr">
              <a:defRPr sz="2550">
                <a:solidFill>
                  <a:srgbClr val="FFFFFF"/>
                </a:solidFill>
                <a:latin typeface="Calibri"/>
                <a:ea typeface="Calibri"/>
                <a:cs typeface="Calibri"/>
              </a:defRPr>
            </a:lvl9pPr>
          </a:lstStyle>
          <a:p xmlns:a="http://schemas.openxmlformats.org/drawingml/2006/main">
            <a:pPr algn="ctr">
              <a:defRPr sz="2550">
                <a:solidFill>
                  <a:srgbClr val="FFFFFF"/>
                </a:solidFill>
                <a:latin typeface="Calibri"/>
                <a:ea typeface="Calibri"/>
                <a:cs typeface="Calibri"/>
              </a:defRPr>
            </a:pPr>
            <a:r>
              <a:rPr sz="2550">
                <a:solidFill>
                  <a:srgbClr val="FFFFFF"/>
                </a:solidFill>
                <a:latin typeface="Calibri"/>
                <a:ea typeface="Calibri"/>
                <a:cs typeface="Calibri"/>
              </a:rPr>
              <a:t>Mumbai</a:t>
            </a:r>
          </a:p>
        </p:txBody>
      </p:sp>
      <p:sp>
        <p:nvSpPr>
          <p:cNvPr id="12" name="selected owner">
            <a:extLst xmlns:a="http://schemas.openxmlformats.org/drawingml/2006/main">
              <a:ext uri="{FF2B5EF4-FFF2-40B4-BE49-F238E27FC236}">
                <a16:creationId xmlns:a16="http://schemas.microsoft.com/office/drawing/2014/main" id="{184E26B6-265A-45D8-8E50-747AEF253B09}"/>
              </a:ext>
            </a:extLst>
          </p:cNvPr>
          <p:cNvSpPr>
            <a:spLocks xmlns:a="http://schemas.openxmlformats.org/drawingml/2006/main" noGrp="1"/>
          </p:cNvSpPr>
          <p:nvPr/>
        </p:nvSpPr>
        <p:spPr>
          <a:xfrm xmlns:a="http://schemas.openxmlformats.org/drawingml/2006/main">
            <a:off x="609600" y="347662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576969"/>
                </a:solidFill>
                <a:latin typeface="Calibri"/>
                <a:ea typeface="Calibri"/>
                <a:cs typeface="Calibri"/>
              </a:defRPr>
            </a:defPPr>
            <a:lvl1pPr algn="ctr">
              <a:defRPr sz="1800" b="0">
                <a:solidFill>
                  <a:srgbClr val="576969"/>
                </a:solidFill>
                <a:latin typeface="Calibri"/>
                <a:ea typeface="Calibri"/>
                <a:cs typeface="Calibri"/>
              </a:defRPr>
            </a:lvl1pPr>
            <a:lvl2pPr algn="ctr">
              <a:defRPr sz="1800" b="0">
                <a:solidFill>
                  <a:srgbClr val="576969"/>
                </a:solidFill>
                <a:latin typeface="Calibri"/>
                <a:ea typeface="Calibri"/>
                <a:cs typeface="Calibri"/>
              </a:defRPr>
            </a:lvl2pPr>
            <a:lvl3pPr algn="ctr">
              <a:defRPr sz="1800" b="0">
                <a:solidFill>
                  <a:srgbClr val="576969"/>
                </a:solidFill>
                <a:latin typeface="Calibri"/>
                <a:ea typeface="Calibri"/>
                <a:cs typeface="Calibri"/>
              </a:defRPr>
            </a:lvl3pPr>
            <a:lvl4pPr algn="ctr">
              <a:defRPr sz="1800" b="0">
                <a:solidFill>
                  <a:srgbClr val="576969"/>
                </a:solidFill>
                <a:latin typeface="Calibri"/>
                <a:ea typeface="Calibri"/>
                <a:cs typeface="Calibri"/>
              </a:defRPr>
            </a:lvl4pPr>
            <a:lvl5pPr algn="ctr">
              <a:defRPr sz="1800" b="0">
                <a:solidFill>
                  <a:srgbClr val="576969"/>
                </a:solidFill>
                <a:latin typeface="Calibri"/>
                <a:ea typeface="Calibri"/>
                <a:cs typeface="Calibri"/>
              </a:defRPr>
            </a:lvl5pPr>
            <a:lvl6pPr algn="ctr">
              <a:defRPr sz="1800" b="0">
                <a:solidFill>
                  <a:srgbClr val="576969"/>
                </a:solidFill>
                <a:latin typeface="Calibri"/>
                <a:ea typeface="Calibri"/>
                <a:cs typeface="Calibri"/>
              </a:defRPr>
            </a:lvl6pPr>
            <a:lvl7pPr algn="ctr">
              <a:defRPr sz="1800" b="0">
                <a:solidFill>
                  <a:srgbClr val="576969"/>
                </a:solidFill>
                <a:latin typeface="Calibri"/>
                <a:ea typeface="Calibri"/>
                <a:cs typeface="Calibri"/>
              </a:defRPr>
            </a:lvl7pPr>
            <a:lvl8pPr algn="ctr">
              <a:defRPr sz="1800" b="0">
                <a:solidFill>
                  <a:srgbClr val="576969"/>
                </a:solidFill>
                <a:latin typeface="Calibri"/>
                <a:ea typeface="Calibri"/>
                <a:cs typeface="Calibri"/>
              </a:defRPr>
            </a:lvl8pPr>
            <a:lvl9pPr algn="ctr">
              <a:defRPr sz="1800" b="0">
                <a:solidFill>
                  <a:srgbClr val="576969"/>
                </a:solidFill>
                <a:latin typeface="Calibri"/>
                <a:ea typeface="Calibri"/>
                <a:cs typeface="Calibri"/>
              </a:defRPr>
            </a:lvl9pPr>
          </a:lstStyle>
          <a:p xmlns:a="http://schemas.openxmlformats.org/drawingml/2006/main">
            <a:pPr algn="ctr">
              <a:defRPr sz="1800" b="0">
                <a:solidFill>
                  <a:srgbClr val="576969"/>
                </a:solidFill>
                <a:latin typeface="Calibri"/>
                <a:ea typeface="Calibri"/>
                <a:cs typeface="Calibri"/>
              </a:defRPr>
            </a:pPr>
            <a:r>
              <a:rPr sz="1800" b="0">
                <a:solidFill>
                  <a:srgbClr val="576969"/>
                </a:solidFill>
                <a:latin typeface="Calibri"/>
                <a:ea typeface="Calibri"/>
                <a:cs typeface="Calibri"/>
              </a:rPr>
              <a:t>selected owner</a:t>
            </a:r>
          </a:p>
        </p:txBody>
      </p:sp>
      <p:sp>
        <p:nvSpPr>
          <p:cNvPr id="13" name="parent company">
            <a:extLst xmlns:a="http://schemas.openxmlformats.org/drawingml/2006/main">
              <a:ext uri="{FF2B5EF4-FFF2-40B4-BE49-F238E27FC236}">
                <a16:creationId xmlns:a16="http://schemas.microsoft.com/office/drawing/2014/main" id="{8578B923-B5D8-439F-BF1C-1C7B25A07FE7}"/>
              </a:ext>
            </a:extLst>
          </p:cNvPr>
          <p:cNvSpPr>
            <a:spLocks xmlns:a="http://schemas.openxmlformats.org/drawingml/2006/main" noGrp="1"/>
          </p:cNvSpPr>
          <p:nvPr/>
        </p:nvSpPr>
        <p:spPr>
          <a:xfrm xmlns:a="http://schemas.openxmlformats.org/drawingml/2006/main">
            <a:off x="3429000" y="347662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576969"/>
                </a:solidFill>
                <a:latin typeface="Calibri"/>
                <a:ea typeface="Calibri"/>
                <a:cs typeface="Calibri"/>
              </a:defRPr>
            </a:defPPr>
            <a:lvl1pPr algn="ctr">
              <a:defRPr sz="1800" b="0">
                <a:solidFill>
                  <a:srgbClr val="576969"/>
                </a:solidFill>
                <a:latin typeface="Calibri"/>
                <a:ea typeface="Calibri"/>
                <a:cs typeface="Calibri"/>
              </a:defRPr>
            </a:lvl1pPr>
            <a:lvl2pPr algn="ctr">
              <a:defRPr sz="1800" b="0">
                <a:solidFill>
                  <a:srgbClr val="576969"/>
                </a:solidFill>
                <a:latin typeface="Calibri"/>
                <a:ea typeface="Calibri"/>
                <a:cs typeface="Calibri"/>
              </a:defRPr>
            </a:lvl2pPr>
            <a:lvl3pPr algn="ctr">
              <a:defRPr sz="1800" b="0">
                <a:solidFill>
                  <a:srgbClr val="576969"/>
                </a:solidFill>
                <a:latin typeface="Calibri"/>
                <a:ea typeface="Calibri"/>
                <a:cs typeface="Calibri"/>
              </a:defRPr>
            </a:lvl3pPr>
            <a:lvl4pPr algn="ctr">
              <a:defRPr sz="1800" b="0">
                <a:solidFill>
                  <a:srgbClr val="576969"/>
                </a:solidFill>
                <a:latin typeface="Calibri"/>
                <a:ea typeface="Calibri"/>
                <a:cs typeface="Calibri"/>
              </a:defRPr>
            </a:lvl4pPr>
            <a:lvl5pPr algn="ctr">
              <a:defRPr sz="1800" b="0">
                <a:solidFill>
                  <a:srgbClr val="576969"/>
                </a:solidFill>
                <a:latin typeface="Calibri"/>
                <a:ea typeface="Calibri"/>
                <a:cs typeface="Calibri"/>
              </a:defRPr>
            </a:lvl5pPr>
            <a:lvl6pPr algn="ctr">
              <a:defRPr sz="1800" b="0">
                <a:solidFill>
                  <a:srgbClr val="576969"/>
                </a:solidFill>
                <a:latin typeface="Calibri"/>
                <a:ea typeface="Calibri"/>
                <a:cs typeface="Calibri"/>
              </a:defRPr>
            </a:lvl6pPr>
            <a:lvl7pPr algn="ctr">
              <a:defRPr sz="1800" b="0">
                <a:solidFill>
                  <a:srgbClr val="576969"/>
                </a:solidFill>
                <a:latin typeface="Calibri"/>
                <a:ea typeface="Calibri"/>
                <a:cs typeface="Calibri"/>
              </a:defRPr>
            </a:lvl7pPr>
            <a:lvl8pPr algn="ctr">
              <a:defRPr sz="1800" b="0">
                <a:solidFill>
                  <a:srgbClr val="576969"/>
                </a:solidFill>
                <a:latin typeface="Calibri"/>
                <a:ea typeface="Calibri"/>
                <a:cs typeface="Calibri"/>
              </a:defRPr>
            </a:lvl8pPr>
            <a:lvl9pPr algn="ctr">
              <a:defRPr sz="1800" b="0">
                <a:solidFill>
                  <a:srgbClr val="576969"/>
                </a:solidFill>
                <a:latin typeface="Calibri"/>
                <a:ea typeface="Calibri"/>
                <a:cs typeface="Calibri"/>
              </a:defRPr>
            </a:lvl9pPr>
          </a:lstStyle>
          <a:p xmlns:a="http://schemas.openxmlformats.org/drawingml/2006/main">
            <a:pPr algn="ctr">
              <a:defRPr sz="1800" b="0">
                <a:solidFill>
                  <a:srgbClr val="576969"/>
                </a:solidFill>
                <a:latin typeface="Calibri"/>
                <a:ea typeface="Calibri"/>
                <a:cs typeface="Calibri"/>
              </a:defRPr>
            </a:pPr>
            <a:r>
              <a:rPr sz="1800" b="0">
                <a:solidFill>
                  <a:srgbClr val="576969"/>
                </a:solidFill>
                <a:latin typeface="Calibri"/>
                <a:ea typeface="Calibri"/>
                <a:cs typeface="Calibri"/>
              </a:rPr>
              <a:t>parent company</a:t>
            </a:r>
          </a:p>
        </p:txBody>
      </p:sp>
      <p:sp>
        <p:nvSpPr>
          <p:cNvPr id="14" name="official contact city">
            <a:extLst xmlns:a="http://schemas.openxmlformats.org/drawingml/2006/main">
              <a:ext uri="{FF2B5EF4-FFF2-40B4-BE49-F238E27FC236}">
                <a16:creationId xmlns:a16="http://schemas.microsoft.com/office/drawing/2014/main" id="{98C1CAC6-C7D5-4EC2-896D-032AD2667C77}"/>
              </a:ext>
            </a:extLst>
          </p:cNvPr>
          <p:cNvSpPr>
            <a:spLocks xmlns:a="http://schemas.openxmlformats.org/drawingml/2006/main" noGrp="1"/>
          </p:cNvSpPr>
          <p:nvPr/>
        </p:nvSpPr>
        <p:spPr>
          <a:xfrm xmlns:a="http://schemas.openxmlformats.org/drawingml/2006/main">
            <a:off x="6248400" y="347662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576969"/>
                </a:solidFill>
                <a:latin typeface="Calibri"/>
                <a:ea typeface="Calibri"/>
                <a:cs typeface="Calibri"/>
              </a:defRPr>
            </a:defPPr>
            <a:lvl1pPr algn="ctr">
              <a:defRPr sz="1800" b="0">
                <a:solidFill>
                  <a:srgbClr val="576969"/>
                </a:solidFill>
                <a:latin typeface="Calibri"/>
                <a:ea typeface="Calibri"/>
                <a:cs typeface="Calibri"/>
              </a:defRPr>
            </a:lvl1pPr>
            <a:lvl2pPr algn="ctr">
              <a:defRPr sz="1800" b="0">
                <a:solidFill>
                  <a:srgbClr val="576969"/>
                </a:solidFill>
                <a:latin typeface="Calibri"/>
                <a:ea typeface="Calibri"/>
                <a:cs typeface="Calibri"/>
              </a:defRPr>
            </a:lvl2pPr>
            <a:lvl3pPr algn="ctr">
              <a:defRPr sz="1800" b="0">
                <a:solidFill>
                  <a:srgbClr val="576969"/>
                </a:solidFill>
                <a:latin typeface="Calibri"/>
                <a:ea typeface="Calibri"/>
                <a:cs typeface="Calibri"/>
              </a:defRPr>
            </a:lvl3pPr>
            <a:lvl4pPr algn="ctr">
              <a:defRPr sz="1800" b="0">
                <a:solidFill>
                  <a:srgbClr val="576969"/>
                </a:solidFill>
                <a:latin typeface="Calibri"/>
                <a:ea typeface="Calibri"/>
                <a:cs typeface="Calibri"/>
              </a:defRPr>
            </a:lvl4pPr>
            <a:lvl5pPr algn="ctr">
              <a:defRPr sz="1800" b="0">
                <a:solidFill>
                  <a:srgbClr val="576969"/>
                </a:solidFill>
                <a:latin typeface="Calibri"/>
                <a:ea typeface="Calibri"/>
                <a:cs typeface="Calibri"/>
              </a:defRPr>
            </a:lvl5pPr>
            <a:lvl6pPr algn="ctr">
              <a:defRPr sz="1800" b="0">
                <a:solidFill>
                  <a:srgbClr val="576969"/>
                </a:solidFill>
                <a:latin typeface="Calibri"/>
                <a:ea typeface="Calibri"/>
                <a:cs typeface="Calibri"/>
              </a:defRPr>
            </a:lvl6pPr>
            <a:lvl7pPr algn="ctr">
              <a:defRPr sz="1800" b="0">
                <a:solidFill>
                  <a:srgbClr val="576969"/>
                </a:solidFill>
                <a:latin typeface="Calibri"/>
                <a:ea typeface="Calibri"/>
                <a:cs typeface="Calibri"/>
              </a:defRPr>
            </a:lvl7pPr>
            <a:lvl8pPr algn="ctr">
              <a:defRPr sz="1800" b="0">
                <a:solidFill>
                  <a:srgbClr val="576969"/>
                </a:solidFill>
                <a:latin typeface="Calibri"/>
                <a:ea typeface="Calibri"/>
                <a:cs typeface="Calibri"/>
              </a:defRPr>
            </a:lvl8pPr>
            <a:lvl9pPr algn="ctr">
              <a:defRPr sz="1800" b="0">
                <a:solidFill>
                  <a:srgbClr val="576969"/>
                </a:solidFill>
                <a:latin typeface="Calibri"/>
                <a:ea typeface="Calibri"/>
                <a:cs typeface="Calibri"/>
              </a:defRPr>
            </a:lvl9pPr>
          </a:lstStyle>
          <a:p xmlns:a="http://schemas.openxmlformats.org/drawingml/2006/main">
            <a:pPr algn="ctr">
              <a:defRPr sz="1800" b="0">
                <a:solidFill>
                  <a:srgbClr val="576969"/>
                </a:solidFill>
                <a:latin typeface="Calibri"/>
                <a:ea typeface="Calibri"/>
                <a:cs typeface="Calibri"/>
              </a:defRPr>
            </a:pPr>
            <a:r>
              <a:rPr sz="1800" b="0">
                <a:solidFill>
                  <a:srgbClr val="576969"/>
                </a:solidFill>
                <a:latin typeface="Calibri"/>
                <a:ea typeface="Calibri"/>
                <a:cs typeface="Calibri"/>
              </a:rPr>
              <a:t>official contact city</a:t>
            </a:r>
          </a:p>
        </p:txBody>
      </p:sp>
      <p:sp>
        <p:nvSpPr>
          <p:cNvPr id="15" name="Rank the question.&#10;Expand through selected answers.&#10;Keep a four-fact context bud">
            <a:extLst xmlns:a="http://schemas.openxmlformats.org/drawingml/2006/main">
              <a:ext uri="{FF2B5EF4-FFF2-40B4-BE49-F238E27FC236}">
                <a16:creationId xmlns:a16="http://schemas.microsoft.com/office/drawing/2014/main" id="{AFDD4842-9E68-4DCF-A39E-A965C0A39257}"/>
              </a:ext>
            </a:extLst>
          </p:cNvPr>
          <p:cNvSpPr>
            <a:spLocks xmlns:a="http://schemas.openxmlformats.org/drawingml/2006/main" noGrp="1"/>
          </p:cNvSpPr>
          <p:nvPr/>
        </p:nvSpPr>
        <p:spPr>
          <a:xfrm xmlns:a="http://schemas.openxmlformats.org/drawingml/2006/main">
            <a:off x="628650" y="4333875"/>
            <a:ext cx="76200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123039"/>
                </a:solidFill>
                <a:latin typeface="Calibri"/>
                <a:ea typeface="Calibri"/>
                <a:cs typeface="Calibri"/>
              </a:defRPr>
            </a:defPPr>
            <a:lvl1pPr algn="l">
              <a:defRPr sz="2325" b="0">
                <a:solidFill>
                  <a:srgbClr val="123039"/>
                </a:solidFill>
                <a:latin typeface="Calibri"/>
                <a:ea typeface="Calibri"/>
                <a:cs typeface="Calibri"/>
              </a:defRPr>
            </a:lvl1pPr>
            <a:lvl2pPr algn="l">
              <a:defRPr sz="2325" b="0">
                <a:solidFill>
                  <a:srgbClr val="123039"/>
                </a:solidFill>
                <a:latin typeface="Calibri"/>
                <a:ea typeface="Calibri"/>
                <a:cs typeface="Calibri"/>
              </a:defRPr>
            </a:lvl2pPr>
            <a:lvl3pPr algn="l">
              <a:defRPr sz="2325" b="0">
                <a:solidFill>
                  <a:srgbClr val="123039"/>
                </a:solidFill>
                <a:latin typeface="Calibri"/>
                <a:ea typeface="Calibri"/>
                <a:cs typeface="Calibri"/>
              </a:defRPr>
            </a:lvl3pPr>
            <a:lvl4pPr algn="l">
              <a:defRPr sz="2325" b="0">
                <a:solidFill>
                  <a:srgbClr val="123039"/>
                </a:solidFill>
                <a:latin typeface="Calibri"/>
                <a:ea typeface="Calibri"/>
                <a:cs typeface="Calibri"/>
              </a:defRPr>
            </a:lvl4pPr>
            <a:lvl5pPr algn="l">
              <a:defRPr sz="2325" b="0">
                <a:solidFill>
                  <a:srgbClr val="123039"/>
                </a:solidFill>
                <a:latin typeface="Calibri"/>
                <a:ea typeface="Calibri"/>
                <a:cs typeface="Calibri"/>
              </a:defRPr>
            </a:lvl5pPr>
            <a:lvl6pPr algn="l">
              <a:defRPr sz="2325" b="0">
                <a:solidFill>
                  <a:srgbClr val="123039"/>
                </a:solidFill>
                <a:latin typeface="Calibri"/>
                <a:ea typeface="Calibri"/>
                <a:cs typeface="Calibri"/>
              </a:defRPr>
            </a:lvl6pPr>
            <a:lvl7pPr algn="l">
              <a:defRPr sz="2325" b="0">
                <a:solidFill>
                  <a:srgbClr val="123039"/>
                </a:solidFill>
                <a:latin typeface="Calibri"/>
                <a:ea typeface="Calibri"/>
                <a:cs typeface="Calibri"/>
              </a:defRPr>
            </a:lvl7pPr>
            <a:lvl8pPr algn="l">
              <a:defRPr sz="2325" b="0">
                <a:solidFill>
                  <a:srgbClr val="123039"/>
                </a:solidFill>
                <a:latin typeface="Calibri"/>
                <a:ea typeface="Calibri"/>
                <a:cs typeface="Calibri"/>
              </a:defRPr>
            </a:lvl8pPr>
            <a:lvl9pPr algn="l">
              <a:defRPr sz="2325" b="0">
                <a:solidFill>
                  <a:srgbClr val="123039"/>
                </a:solidFill>
                <a:latin typeface="Calibri"/>
                <a:ea typeface="Calibri"/>
                <a:cs typeface="Calibri"/>
              </a:defRPr>
            </a:lvl9pPr>
          </a:lstStyle>
          <a:p xmlns:a="http://schemas.openxmlformats.org/drawingml/2006/main">
            <a:pPr algn="l">
              <a:defRPr sz="2325" b="0">
                <a:solidFill>
                  <a:srgbClr val="123039"/>
                </a:solidFill>
                <a:latin typeface="Calibri"/>
                <a:ea typeface="Calibri"/>
                <a:cs typeface="Calibri"/>
              </a:defRPr>
            </a:pPr>
            <a:r>
              <a:rPr sz="2325" b="0">
                <a:solidFill>
                  <a:srgbClr val="123039"/>
                </a:solidFill>
                <a:latin typeface="Calibri"/>
                <a:ea typeface="Calibri"/>
                <a:cs typeface="Calibri"/>
              </a:rPr>
              <a:t>Rank the question.</a:t>
            </a:r>
          </a:p>
          <a:p xmlns:a="http://schemas.openxmlformats.org/drawingml/2006/main">
            <a:pPr algn="l">
              <a:defRPr sz="2325" b="0">
                <a:solidFill>
                  <a:srgbClr val="123039"/>
                </a:solidFill>
                <a:latin typeface="Calibri"/>
                <a:ea typeface="Calibri"/>
                <a:cs typeface="Calibri"/>
              </a:defRPr>
            </a:pPr>
            <a:r>
              <a:rPr sz="2325" b="0">
                <a:solidFill>
                  <a:srgbClr val="123039"/>
                </a:solidFill>
                <a:latin typeface="Calibri"/>
                <a:ea typeface="Calibri"/>
                <a:cs typeface="Calibri"/>
              </a:rPr>
              <a:t>Expand through selected answers.</a:t>
            </a:r>
          </a:p>
          <a:p xmlns:a="http://schemas.openxmlformats.org/drawingml/2006/main">
            <a:pPr algn="l">
              <a:defRPr sz="2325" b="0">
                <a:solidFill>
                  <a:srgbClr val="123039"/>
                </a:solidFill>
                <a:latin typeface="Calibri"/>
                <a:ea typeface="Calibri"/>
                <a:cs typeface="Calibri"/>
              </a:defRPr>
            </a:pPr>
            <a:r>
              <a:rPr sz="2325" b="0">
                <a:solidFill>
                  <a:srgbClr val="123039"/>
                </a:solidFill>
                <a:latin typeface="Calibri"/>
                <a:ea typeface="Calibri"/>
                <a:cs typeface="Calibri"/>
              </a:rPr>
              <a:t>Keep a four-fact context budget.</a:t>
            </a:r>
          </a:p>
        </p:txBody>
      </p:sp>
      <p:sp>
        <p:nvSpPr>
          <p:cNvPr id="16" name="2 seeds&#10;4 facts">
            <a:extLst xmlns:a="http://schemas.openxmlformats.org/drawingml/2006/main">
              <a:ext uri="{FF2B5EF4-FFF2-40B4-BE49-F238E27FC236}">
                <a16:creationId xmlns:a16="http://schemas.microsoft.com/office/drawing/2014/main" id="{7DBD832F-5A44-4369-94AE-F5C2E5DF70C3}"/>
              </a:ext>
            </a:extLst>
          </p:cNvPr>
          <p:cNvSpPr>
            <a:spLocks xmlns:a="http://schemas.openxmlformats.org/drawingml/2006/main" noGrp="1"/>
          </p:cNvSpPr>
          <p:nvPr/>
        </p:nvSpPr>
        <p:spPr>
          <a:xfrm xmlns:a="http://schemas.openxmlformats.org/drawingml/2006/main">
            <a:off x="9163050" y="4314825"/>
            <a:ext cx="2381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247A70"/>
                </a:solidFill>
                <a:latin typeface="Calibri"/>
                <a:ea typeface="Calibri"/>
                <a:cs typeface="Calibri"/>
              </a:defRPr>
            </a:defPPr>
            <a:lvl1pPr algn="l">
              <a:defRPr sz="3150" b="1">
                <a:solidFill>
                  <a:srgbClr val="247A70"/>
                </a:solidFill>
                <a:latin typeface="Calibri"/>
                <a:ea typeface="Calibri"/>
                <a:cs typeface="Calibri"/>
              </a:defRPr>
            </a:lvl1pPr>
            <a:lvl2pPr algn="l">
              <a:defRPr sz="3150" b="1">
                <a:solidFill>
                  <a:srgbClr val="247A70"/>
                </a:solidFill>
                <a:latin typeface="Calibri"/>
                <a:ea typeface="Calibri"/>
                <a:cs typeface="Calibri"/>
              </a:defRPr>
            </a:lvl2pPr>
            <a:lvl3pPr algn="l">
              <a:defRPr sz="3150" b="1">
                <a:solidFill>
                  <a:srgbClr val="247A70"/>
                </a:solidFill>
                <a:latin typeface="Calibri"/>
                <a:ea typeface="Calibri"/>
                <a:cs typeface="Calibri"/>
              </a:defRPr>
            </a:lvl3pPr>
            <a:lvl4pPr algn="l">
              <a:defRPr sz="3150" b="1">
                <a:solidFill>
                  <a:srgbClr val="247A70"/>
                </a:solidFill>
                <a:latin typeface="Calibri"/>
                <a:ea typeface="Calibri"/>
                <a:cs typeface="Calibri"/>
              </a:defRPr>
            </a:lvl4pPr>
            <a:lvl5pPr algn="l">
              <a:defRPr sz="3150" b="1">
                <a:solidFill>
                  <a:srgbClr val="247A70"/>
                </a:solidFill>
                <a:latin typeface="Calibri"/>
                <a:ea typeface="Calibri"/>
                <a:cs typeface="Calibri"/>
              </a:defRPr>
            </a:lvl5pPr>
            <a:lvl6pPr algn="l">
              <a:defRPr sz="3150" b="1">
                <a:solidFill>
                  <a:srgbClr val="247A70"/>
                </a:solidFill>
                <a:latin typeface="Calibri"/>
                <a:ea typeface="Calibri"/>
                <a:cs typeface="Calibri"/>
              </a:defRPr>
            </a:lvl6pPr>
            <a:lvl7pPr algn="l">
              <a:defRPr sz="3150" b="1">
                <a:solidFill>
                  <a:srgbClr val="247A70"/>
                </a:solidFill>
                <a:latin typeface="Calibri"/>
                <a:ea typeface="Calibri"/>
                <a:cs typeface="Calibri"/>
              </a:defRPr>
            </a:lvl7pPr>
            <a:lvl8pPr algn="l">
              <a:defRPr sz="3150" b="1">
                <a:solidFill>
                  <a:srgbClr val="247A70"/>
                </a:solidFill>
                <a:latin typeface="Calibri"/>
                <a:ea typeface="Calibri"/>
                <a:cs typeface="Calibri"/>
              </a:defRPr>
            </a:lvl8pPr>
            <a:lvl9pPr algn="l">
              <a:defRPr sz="3150" b="1">
                <a:solidFill>
                  <a:srgbClr val="247A70"/>
                </a:solidFill>
                <a:latin typeface="Calibri"/>
                <a:ea typeface="Calibri"/>
                <a:cs typeface="Calibri"/>
              </a:defRPr>
            </a:lvl9pPr>
          </a:lstStyle>
          <a:p xmlns:a="http://schemas.openxmlformats.org/drawingml/2006/main">
            <a:pPr algn="l">
              <a:defRPr sz="3150" b="1">
                <a:solidFill>
                  <a:srgbClr val="247A70"/>
                </a:solidFill>
                <a:latin typeface="Calibri"/>
                <a:ea typeface="Calibri"/>
                <a:cs typeface="Calibri"/>
              </a:defRPr>
            </a:pPr>
            <a:r>
              <a:rPr sz="3150" b="1">
                <a:solidFill>
                  <a:srgbClr val="247A70"/>
                </a:solidFill>
                <a:latin typeface="Calibri"/>
                <a:ea typeface="Calibri"/>
                <a:cs typeface="Calibri"/>
              </a:rPr>
              <a:t>2 seeds</a:t>
            </a:r>
          </a:p>
          <a:p xmlns:a="http://schemas.openxmlformats.org/drawingml/2006/main">
            <a:pPr algn="l">
              <a:defRPr sz="3150" b="1">
                <a:solidFill>
                  <a:srgbClr val="247A70"/>
                </a:solidFill>
                <a:latin typeface="Calibri"/>
                <a:ea typeface="Calibri"/>
                <a:cs typeface="Calibri"/>
              </a:defRPr>
            </a:pPr>
            <a:r>
              <a:rPr sz="3150" b="1">
                <a:solidFill>
                  <a:srgbClr val="247A70"/>
                </a:solidFill>
                <a:latin typeface="Calibri"/>
                <a:ea typeface="Calibri"/>
                <a:cs typeface="Calibri"/>
              </a:rPr>
              <a:t>4 facts</a:t>
            </a:r>
          </a:p>
        </p:txBody>
      </p:sp>
      <p:sp>
        <p:nvSpPr>
          <p:cNvPr id="17" name="The original study uses two-stage retrieval. The depth challenge uses iterative ">
            <a:extLst xmlns:a="http://schemas.openxmlformats.org/drawingml/2006/main">
              <a:ext uri="{FF2B5EF4-FFF2-40B4-BE49-F238E27FC236}">
                <a16:creationId xmlns:a16="http://schemas.microsoft.com/office/drawing/2014/main" id="{8D9D0634-4B00-4318-9B16-6CC34D9A9E3D}"/>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The original study uses two-stage retrieval. The depth challenge uses iterative expansion.</a:t>
            </a:r>
          </a:p>
        </p:txBody>
      </p:sp>
    </p:spTree>
    <p:extLst>
      <p:ext uri="{BB962C8B-B14F-4D97-AF65-F5344CB8AC3E}">
        <p14:creationId xmlns:p14="http://schemas.microsoft.com/office/powerpoint/2010/main" val="1463870401"/>
      </p:ext>
    </p:extLst>
  </p:cSld>
  <p:transition advClick="0" advTm="55000"/>
</p:sld>
</file>

<file path=ppt/slides/slide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71A461CD-5D02-432C-8171-366D742BD875}"/>
              </a:ext>
            </a:extLst>
          </p:cNvPr>
          <p:cNvCxnSpPr>
            <a:stCxn xmlns:a="http://schemas.openxmlformats.org/drawingml/2006/main" id="7" idx="3"/>
            <a:endCxn xmlns:a="http://schemas.openxmlformats.org/drawingml/2006/main" id="8" idx="1"/>
          </p:cNvCxnSpPr>
          <p:nvPr/>
        </p:nvCxnSpPr>
        <p:spPr>
          <a:xfrm xmlns:a="http://schemas.openxmlformats.org/drawingml/2006/main">
            <a:off x="8724900" y="296703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10" name="">
            <a:extLst xmlns:a="http://schemas.openxmlformats.org/drawingml/2006/main">
              <a:ext uri="{FF2B5EF4-FFF2-40B4-BE49-F238E27FC236}">
                <a16:creationId xmlns:a16="http://schemas.microsoft.com/office/drawing/2014/main" id="{3FD40393-A12C-49B4-8068-65C3B1C2876C}"/>
              </a:ext>
            </a:extLst>
          </p:cNvPr>
          <p:cNvCxnSpPr>
            <a:stCxn xmlns:a="http://schemas.openxmlformats.org/drawingml/2006/main" id="6" idx="3"/>
            <a:endCxn xmlns:a="http://schemas.openxmlformats.org/drawingml/2006/main" id="7" idx="1"/>
          </p:cNvCxnSpPr>
          <p:nvPr/>
        </p:nvCxnSpPr>
        <p:spPr>
          <a:xfrm xmlns:a="http://schemas.openxmlformats.org/drawingml/2006/main">
            <a:off x="5905500" y="296703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9" name="">
            <a:extLst xmlns:a="http://schemas.openxmlformats.org/drawingml/2006/main">
              <a:ext uri="{FF2B5EF4-FFF2-40B4-BE49-F238E27FC236}">
                <a16:creationId xmlns:a16="http://schemas.microsoft.com/office/drawing/2014/main" id="{10500CA7-06A6-4DB7-A59B-AB11EA56FC8C}"/>
              </a:ext>
            </a:extLst>
          </p:cNvPr>
          <p:cNvCxnSpPr>
            <a:stCxn xmlns:a="http://schemas.openxmlformats.org/drawingml/2006/main" id="5" idx="3"/>
            <a:endCxn xmlns:a="http://schemas.openxmlformats.org/drawingml/2006/main" id="6" idx="1"/>
          </p:cNvCxnSpPr>
          <p:nvPr/>
        </p:nvCxnSpPr>
        <p:spPr>
          <a:xfrm xmlns:a="http://schemas.openxmlformats.org/drawingml/2006/main">
            <a:off x="3086100" y="2967038"/>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15" name="A correction has an explicit lifecycle">
            <a:extLst xmlns:a="http://schemas.openxmlformats.org/drawingml/2006/main">
              <a:ext uri="{FF2B5EF4-FFF2-40B4-BE49-F238E27FC236}">
                <a16:creationId xmlns:a16="http://schemas.microsoft.com/office/drawing/2014/main" id="{D3800804-0358-473F-892D-4A5BF162D766}"/>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A correction has an explicit lifecycle</a:t>
            </a:r>
          </a:p>
        </p:txBody>
      </p:sp>
      <p:sp>
        <p:nvSpPr>
          <p:cNvPr id="2" name="Approval and recovery are part of the product.">
            <a:extLst xmlns:a="http://schemas.openxmlformats.org/drawingml/2006/main">
              <a:ext uri="{FF2B5EF4-FFF2-40B4-BE49-F238E27FC236}">
                <a16:creationId xmlns:a16="http://schemas.microsoft.com/office/drawing/2014/main" id="{2F37BE0C-59EF-412D-A498-E3CE6D99D849}"/>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Approval and recovery are part of the product.</a:t>
            </a:r>
          </a:p>
        </p:txBody>
      </p:sp>
      <p:sp>
        <p:nvSpPr>
          <p:cNvPr id="3" name="Verity">
            <a:extLst xmlns:a="http://schemas.openxmlformats.org/drawingml/2006/main">
              <a:ext uri="{FF2B5EF4-FFF2-40B4-BE49-F238E27FC236}">
                <a16:creationId xmlns:a16="http://schemas.microsoft.com/office/drawing/2014/main" id="{C16FBA7D-23E5-4F6E-9F02-643E8F45B4F2}"/>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5">
            <a:extLst xmlns:a="http://schemas.openxmlformats.org/drawingml/2006/main">
              <a:ext uri="{FF2B5EF4-FFF2-40B4-BE49-F238E27FC236}">
                <a16:creationId xmlns:a16="http://schemas.microsoft.com/office/drawing/2014/main" id="{CFD8CE9E-DA2B-40EF-8005-73D8D8F25D34}"/>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05</a:t>
            </a:r>
          </a:p>
        </p:txBody>
      </p:sp>
      <p:sp>
        <p:nvSpPr>
          <p:cNvPr id="5" name="Draft&#10;Source and scope">
            <a:extLst xmlns:a="http://schemas.openxmlformats.org/drawingml/2006/main">
              <a:ext uri="{FF2B5EF4-FFF2-40B4-BE49-F238E27FC236}">
                <a16:creationId xmlns:a16="http://schemas.microsoft.com/office/drawing/2014/main" id="{53888A85-5B76-400E-AF65-E980D4E59C76}"/>
              </a:ext>
            </a:extLst>
          </p:cNvPr>
          <p:cNvSpPr>
            <a:spLocks xmlns:a="http://schemas.openxmlformats.org/drawingml/2006/main" noGrp="1"/>
          </p:cNvSpPr>
          <p:nvPr/>
        </p:nvSpPr>
        <p:spPr>
          <a:xfrm xmlns:a="http://schemas.openxmlformats.org/drawingml/2006/main">
            <a:off x="609600" y="2266950"/>
            <a:ext cx="2476500" cy="14001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Draft</a:t>
            </a:r>
          </a:p>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Source and scope</a:t>
            </a:r>
          </a:p>
        </p:txBody>
      </p:sp>
      <p:sp>
        <p:nvSpPr>
          <p:cNvPr id="6" name="Approve&#10;Active record">
            <a:extLst xmlns:a="http://schemas.openxmlformats.org/drawingml/2006/main">
              <a:ext uri="{FF2B5EF4-FFF2-40B4-BE49-F238E27FC236}">
                <a16:creationId xmlns:a16="http://schemas.microsoft.com/office/drawing/2014/main" id="{838034D8-D8C0-49EA-A87A-974D4DFBC276}"/>
              </a:ext>
            </a:extLst>
          </p:cNvPr>
          <p:cNvSpPr>
            <a:spLocks xmlns:a="http://schemas.openxmlformats.org/drawingml/2006/main" noGrp="1"/>
          </p:cNvSpPr>
          <p:nvPr/>
        </p:nvSpPr>
        <p:spPr>
          <a:xfrm xmlns:a="http://schemas.openxmlformats.org/drawingml/2006/main">
            <a:off x="3429000" y="2266950"/>
            <a:ext cx="2476500" cy="1400175"/>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23825" tIns="123825" rIns="123825" bIns="123825" anchor="ctr"/>
          <a:lstStyle xmlns:a="http://schemas.openxmlformats.org/drawingml/2006/main">
            <a:defPPr algn="ctr">
              <a:defRPr sz="2175">
                <a:solidFill>
                  <a:srgbClr val="FFFFFF"/>
                </a:solidFill>
                <a:latin typeface="Calibri"/>
                <a:ea typeface="Calibri"/>
                <a:cs typeface="Calibri"/>
              </a:defRPr>
            </a:defPPr>
            <a:lvl1pPr algn="ctr">
              <a:defRPr sz="2175">
                <a:solidFill>
                  <a:srgbClr val="FFFFFF"/>
                </a:solidFill>
                <a:latin typeface="Calibri"/>
                <a:ea typeface="Calibri"/>
                <a:cs typeface="Calibri"/>
              </a:defRPr>
            </a:lvl1pPr>
            <a:lvl2pPr algn="ctr">
              <a:defRPr sz="2175">
                <a:solidFill>
                  <a:srgbClr val="FFFFFF"/>
                </a:solidFill>
                <a:latin typeface="Calibri"/>
                <a:ea typeface="Calibri"/>
                <a:cs typeface="Calibri"/>
              </a:defRPr>
            </a:lvl2pPr>
            <a:lvl3pPr algn="ctr">
              <a:defRPr sz="2175">
                <a:solidFill>
                  <a:srgbClr val="FFFFFF"/>
                </a:solidFill>
                <a:latin typeface="Calibri"/>
                <a:ea typeface="Calibri"/>
                <a:cs typeface="Calibri"/>
              </a:defRPr>
            </a:lvl3pPr>
            <a:lvl4pPr algn="ctr">
              <a:defRPr sz="2175">
                <a:solidFill>
                  <a:srgbClr val="FFFFFF"/>
                </a:solidFill>
                <a:latin typeface="Calibri"/>
                <a:ea typeface="Calibri"/>
                <a:cs typeface="Calibri"/>
              </a:defRPr>
            </a:lvl4pPr>
            <a:lvl5pPr algn="ctr">
              <a:defRPr sz="2175">
                <a:solidFill>
                  <a:srgbClr val="FFFFFF"/>
                </a:solidFill>
                <a:latin typeface="Calibri"/>
                <a:ea typeface="Calibri"/>
                <a:cs typeface="Calibri"/>
              </a:defRPr>
            </a:lvl5pPr>
            <a:lvl6pPr algn="ctr">
              <a:defRPr sz="2175">
                <a:solidFill>
                  <a:srgbClr val="FFFFFF"/>
                </a:solidFill>
                <a:latin typeface="Calibri"/>
                <a:ea typeface="Calibri"/>
                <a:cs typeface="Calibri"/>
              </a:defRPr>
            </a:lvl6pPr>
            <a:lvl7pPr algn="ctr">
              <a:defRPr sz="2175">
                <a:solidFill>
                  <a:srgbClr val="FFFFFF"/>
                </a:solidFill>
                <a:latin typeface="Calibri"/>
                <a:ea typeface="Calibri"/>
                <a:cs typeface="Calibri"/>
              </a:defRPr>
            </a:lvl7pPr>
            <a:lvl8pPr algn="ctr">
              <a:defRPr sz="2175">
                <a:solidFill>
                  <a:srgbClr val="FFFFFF"/>
                </a:solidFill>
                <a:latin typeface="Calibri"/>
                <a:ea typeface="Calibri"/>
                <a:cs typeface="Calibri"/>
              </a:defRPr>
            </a:lvl8pPr>
            <a:lvl9pPr algn="ctr">
              <a:defRPr sz="2175">
                <a:solidFill>
                  <a:srgbClr val="FFFFFF"/>
                </a:solidFill>
                <a:latin typeface="Calibri"/>
                <a:ea typeface="Calibri"/>
                <a:cs typeface="Calibri"/>
              </a:defRPr>
            </a:lvl9pPr>
          </a:lstStyle>
          <a:p xmlns:a="http://schemas.openxmlformats.org/drawingml/2006/main">
            <a:pPr algn="ctr">
              <a:defRPr sz="2175">
                <a:solidFill>
                  <a:srgbClr val="FFFFFF"/>
                </a:solidFill>
                <a:latin typeface="Calibri"/>
                <a:ea typeface="Calibri"/>
                <a:cs typeface="Calibri"/>
              </a:defRPr>
            </a:pPr>
            <a:r>
              <a:rPr sz="2175">
                <a:solidFill>
                  <a:srgbClr val="FFFFFF"/>
                </a:solidFill>
                <a:latin typeface="Calibri"/>
                <a:ea typeface="Calibri"/>
                <a:cs typeface="Calibri"/>
              </a:rPr>
              <a:t>Approve</a:t>
            </a:r>
          </a:p>
          <a:p xmlns:a="http://schemas.openxmlformats.org/drawingml/2006/main">
            <a:pPr algn="ctr">
              <a:defRPr sz="2175">
                <a:solidFill>
                  <a:srgbClr val="FFFFFF"/>
                </a:solidFill>
                <a:latin typeface="Calibri"/>
                <a:ea typeface="Calibri"/>
                <a:cs typeface="Calibri"/>
              </a:defRPr>
            </a:pPr>
            <a:r>
              <a:rPr sz="2175">
                <a:solidFill>
                  <a:srgbClr val="FFFFFF"/>
                </a:solidFill>
                <a:latin typeface="Calibri"/>
                <a:ea typeface="Calibri"/>
                <a:cs typeface="Calibri"/>
              </a:rPr>
              <a:t>Active record</a:t>
            </a:r>
          </a:p>
        </p:txBody>
      </p:sp>
      <p:sp>
        <p:nvSpPr>
          <p:cNvPr id="7" name="Supersede&#10;Explicit predecessor">
            <a:extLst xmlns:a="http://schemas.openxmlformats.org/drawingml/2006/main">
              <a:ext uri="{FF2B5EF4-FFF2-40B4-BE49-F238E27FC236}">
                <a16:creationId xmlns:a16="http://schemas.microsoft.com/office/drawing/2014/main" id="{2E7B7956-6DB4-4C6B-BF22-6195CCF9C5EC}"/>
              </a:ext>
            </a:extLst>
          </p:cNvPr>
          <p:cNvSpPr>
            <a:spLocks xmlns:a="http://schemas.openxmlformats.org/drawingml/2006/main" noGrp="1"/>
          </p:cNvSpPr>
          <p:nvPr/>
        </p:nvSpPr>
        <p:spPr>
          <a:xfrm xmlns:a="http://schemas.openxmlformats.org/drawingml/2006/main">
            <a:off x="6248400" y="2266950"/>
            <a:ext cx="2476500" cy="14001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Supersede</a:t>
            </a:r>
          </a:p>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Explicit predecessor</a:t>
            </a:r>
          </a:p>
        </p:txBody>
      </p:sp>
      <p:sp>
        <p:nvSpPr>
          <p:cNvPr id="8" name="Rollback&#10;Restore prior state">
            <a:extLst xmlns:a="http://schemas.openxmlformats.org/drawingml/2006/main">
              <a:ext uri="{FF2B5EF4-FFF2-40B4-BE49-F238E27FC236}">
                <a16:creationId xmlns:a16="http://schemas.microsoft.com/office/drawing/2014/main" id="{6356B912-F2FD-4002-B277-D2B7B894B5ED}"/>
              </a:ext>
            </a:extLst>
          </p:cNvPr>
          <p:cNvSpPr>
            <a:spLocks xmlns:a="http://schemas.openxmlformats.org/drawingml/2006/main" noGrp="1"/>
          </p:cNvSpPr>
          <p:nvPr/>
        </p:nvSpPr>
        <p:spPr>
          <a:xfrm xmlns:a="http://schemas.openxmlformats.org/drawingml/2006/main">
            <a:off x="9067800" y="2266950"/>
            <a:ext cx="2476500" cy="1400175"/>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175">
                <a:solidFill>
                  <a:srgbClr val="123039"/>
                </a:solidFill>
                <a:latin typeface="Calibri"/>
                <a:ea typeface="Calibri"/>
                <a:cs typeface="Calibri"/>
              </a:defRPr>
            </a:defPPr>
            <a:lvl1pPr algn="ctr">
              <a:defRPr sz="2175">
                <a:solidFill>
                  <a:srgbClr val="123039"/>
                </a:solidFill>
                <a:latin typeface="Calibri"/>
                <a:ea typeface="Calibri"/>
                <a:cs typeface="Calibri"/>
              </a:defRPr>
            </a:lvl1pPr>
            <a:lvl2pPr algn="ctr">
              <a:defRPr sz="2175">
                <a:solidFill>
                  <a:srgbClr val="123039"/>
                </a:solidFill>
                <a:latin typeface="Calibri"/>
                <a:ea typeface="Calibri"/>
                <a:cs typeface="Calibri"/>
              </a:defRPr>
            </a:lvl2pPr>
            <a:lvl3pPr algn="ctr">
              <a:defRPr sz="2175">
                <a:solidFill>
                  <a:srgbClr val="123039"/>
                </a:solidFill>
                <a:latin typeface="Calibri"/>
                <a:ea typeface="Calibri"/>
                <a:cs typeface="Calibri"/>
              </a:defRPr>
            </a:lvl3pPr>
            <a:lvl4pPr algn="ctr">
              <a:defRPr sz="2175">
                <a:solidFill>
                  <a:srgbClr val="123039"/>
                </a:solidFill>
                <a:latin typeface="Calibri"/>
                <a:ea typeface="Calibri"/>
                <a:cs typeface="Calibri"/>
              </a:defRPr>
            </a:lvl4pPr>
            <a:lvl5pPr algn="ctr">
              <a:defRPr sz="2175">
                <a:solidFill>
                  <a:srgbClr val="123039"/>
                </a:solidFill>
                <a:latin typeface="Calibri"/>
                <a:ea typeface="Calibri"/>
                <a:cs typeface="Calibri"/>
              </a:defRPr>
            </a:lvl5pPr>
            <a:lvl6pPr algn="ctr">
              <a:defRPr sz="2175">
                <a:solidFill>
                  <a:srgbClr val="123039"/>
                </a:solidFill>
                <a:latin typeface="Calibri"/>
                <a:ea typeface="Calibri"/>
                <a:cs typeface="Calibri"/>
              </a:defRPr>
            </a:lvl6pPr>
            <a:lvl7pPr algn="ctr">
              <a:defRPr sz="2175">
                <a:solidFill>
                  <a:srgbClr val="123039"/>
                </a:solidFill>
                <a:latin typeface="Calibri"/>
                <a:ea typeface="Calibri"/>
                <a:cs typeface="Calibri"/>
              </a:defRPr>
            </a:lvl7pPr>
            <a:lvl8pPr algn="ctr">
              <a:defRPr sz="2175">
                <a:solidFill>
                  <a:srgbClr val="123039"/>
                </a:solidFill>
                <a:latin typeface="Calibri"/>
                <a:ea typeface="Calibri"/>
                <a:cs typeface="Calibri"/>
              </a:defRPr>
            </a:lvl8pPr>
            <a:lvl9pPr algn="ctr">
              <a:defRPr sz="2175">
                <a:solidFill>
                  <a:srgbClr val="123039"/>
                </a:solidFill>
                <a:latin typeface="Calibri"/>
                <a:ea typeface="Calibri"/>
                <a:cs typeface="Calibri"/>
              </a:defRPr>
            </a:lvl9pPr>
          </a:lstStyle>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Rollback</a:t>
            </a:r>
          </a:p>
          <a:p xmlns:a="http://schemas.openxmlformats.org/drawingml/2006/main">
            <a:pPr algn="ctr">
              <a:defRPr sz="2175">
                <a:solidFill>
                  <a:srgbClr val="123039"/>
                </a:solidFill>
                <a:latin typeface="Calibri"/>
                <a:ea typeface="Calibri"/>
                <a:cs typeface="Calibri"/>
              </a:defRPr>
            </a:pPr>
            <a:r>
              <a:rPr sz="2175">
                <a:solidFill>
                  <a:srgbClr val="123039"/>
                </a:solidFill>
                <a:latin typeface="Calibri"/>
                <a:ea typeface="Calibri"/>
                <a:cs typeface="Calibri"/>
              </a:rPr>
              <a:t>Restore prior state</a:t>
            </a:r>
          </a:p>
        </p:txBody>
      </p:sp>
      <p:sp>
        <p:nvSpPr>
          <p:cNvPr id="12" name="One active version per represented fact key">
            <a:extLst xmlns:a="http://schemas.openxmlformats.org/drawingml/2006/main">
              <a:ext uri="{FF2B5EF4-FFF2-40B4-BE49-F238E27FC236}">
                <a16:creationId xmlns:a16="http://schemas.microsoft.com/office/drawing/2014/main" id="{B0060548-4FE8-4770-9331-D8C16056E85B}"/>
              </a:ext>
            </a:extLst>
          </p:cNvPr>
          <p:cNvSpPr>
            <a:spLocks xmlns:a="http://schemas.openxmlformats.org/drawingml/2006/main" noGrp="1"/>
          </p:cNvSpPr>
          <p:nvPr/>
        </p:nvSpPr>
        <p:spPr>
          <a:xfrm xmlns:a="http://schemas.openxmlformats.org/drawingml/2006/main">
            <a:off x="619125" y="4381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23039"/>
                </a:solidFill>
                <a:latin typeface="Calibri"/>
                <a:ea typeface="Calibri"/>
                <a:cs typeface="Calibri"/>
              </a:defRPr>
            </a:defPPr>
            <a:lvl1pPr algn="l">
              <a:defRPr sz="2550" b="1">
                <a:solidFill>
                  <a:srgbClr val="123039"/>
                </a:solidFill>
                <a:latin typeface="Calibri"/>
                <a:ea typeface="Calibri"/>
                <a:cs typeface="Calibri"/>
              </a:defRPr>
            </a:lvl1pPr>
            <a:lvl2pPr algn="l">
              <a:defRPr sz="2550" b="1">
                <a:solidFill>
                  <a:srgbClr val="123039"/>
                </a:solidFill>
                <a:latin typeface="Calibri"/>
                <a:ea typeface="Calibri"/>
                <a:cs typeface="Calibri"/>
              </a:defRPr>
            </a:lvl2pPr>
            <a:lvl3pPr algn="l">
              <a:defRPr sz="2550" b="1">
                <a:solidFill>
                  <a:srgbClr val="123039"/>
                </a:solidFill>
                <a:latin typeface="Calibri"/>
                <a:ea typeface="Calibri"/>
                <a:cs typeface="Calibri"/>
              </a:defRPr>
            </a:lvl3pPr>
            <a:lvl4pPr algn="l">
              <a:defRPr sz="2550" b="1">
                <a:solidFill>
                  <a:srgbClr val="123039"/>
                </a:solidFill>
                <a:latin typeface="Calibri"/>
                <a:ea typeface="Calibri"/>
                <a:cs typeface="Calibri"/>
              </a:defRPr>
            </a:lvl4pPr>
            <a:lvl5pPr algn="l">
              <a:defRPr sz="2550" b="1">
                <a:solidFill>
                  <a:srgbClr val="123039"/>
                </a:solidFill>
                <a:latin typeface="Calibri"/>
                <a:ea typeface="Calibri"/>
                <a:cs typeface="Calibri"/>
              </a:defRPr>
            </a:lvl5pPr>
            <a:lvl6pPr algn="l">
              <a:defRPr sz="2550" b="1">
                <a:solidFill>
                  <a:srgbClr val="123039"/>
                </a:solidFill>
                <a:latin typeface="Calibri"/>
                <a:ea typeface="Calibri"/>
                <a:cs typeface="Calibri"/>
              </a:defRPr>
            </a:lvl6pPr>
            <a:lvl7pPr algn="l">
              <a:defRPr sz="2550" b="1">
                <a:solidFill>
                  <a:srgbClr val="123039"/>
                </a:solidFill>
                <a:latin typeface="Calibri"/>
                <a:ea typeface="Calibri"/>
                <a:cs typeface="Calibri"/>
              </a:defRPr>
            </a:lvl7pPr>
            <a:lvl8pPr algn="l">
              <a:defRPr sz="2550" b="1">
                <a:solidFill>
                  <a:srgbClr val="123039"/>
                </a:solidFill>
                <a:latin typeface="Calibri"/>
                <a:ea typeface="Calibri"/>
                <a:cs typeface="Calibri"/>
              </a:defRPr>
            </a:lvl8pPr>
            <a:lvl9pPr algn="l">
              <a:defRPr sz="2550" b="1">
                <a:solidFill>
                  <a:srgbClr val="123039"/>
                </a:solidFill>
                <a:latin typeface="Calibri"/>
                <a:ea typeface="Calibri"/>
                <a:cs typeface="Calibri"/>
              </a:defRPr>
            </a:lvl9pPr>
          </a:lstStyle>
          <a:p xmlns:a="http://schemas.openxmlformats.org/drawingml/2006/main">
            <a:pPr algn="l">
              <a:defRPr sz="2550" b="1">
                <a:solidFill>
                  <a:srgbClr val="123039"/>
                </a:solidFill>
                <a:latin typeface="Calibri"/>
                <a:ea typeface="Calibri"/>
                <a:cs typeface="Calibri"/>
              </a:defRPr>
            </a:pPr>
            <a:r>
              <a:rPr sz="2550" b="1">
                <a:solidFill>
                  <a:srgbClr val="123039"/>
                </a:solidFill>
                <a:latin typeface="Calibri"/>
                <a:ea typeface="Calibri"/>
                <a:cs typeface="Calibri"/>
              </a:rPr>
              <a:t>One active version per represented fact key</a:t>
            </a:r>
          </a:p>
        </p:txBody>
      </p:sp>
      <p:sp>
        <p:nvSpPr>
          <p:cNvPr id="13" name="State, revision and audit events commit together.">
            <a:extLst xmlns:a="http://schemas.openxmlformats.org/drawingml/2006/main">
              <a:ext uri="{FF2B5EF4-FFF2-40B4-BE49-F238E27FC236}">
                <a16:creationId xmlns:a16="http://schemas.microsoft.com/office/drawing/2014/main" id="{D695B6DF-4B42-46AD-A05E-0DE4F7A3AC51}"/>
              </a:ext>
            </a:extLst>
          </p:cNvPr>
          <p:cNvSpPr>
            <a:spLocks xmlns:a="http://schemas.openxmlformats.org/drawingml/2006/main" noGrp="1"/>
          </p:cNvSpPr>
          <p:nvPr/>
        </p:nvSpPr>
        <p:spPr>
          <a:xfrm xmlns:a="http://schemas.openxmlformats.org/drawingml/2006/main">
            <a:off x="619125" y="50863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0">
                <a:solidFill>
                  <a:srgbClr val="247A70"/>
                </a:solidFill>
                <a:latin typeface="Calibri"/>
                <a:ea typeface="Calibri"/>
                <a:cs typeface="Calibri"/>
              </a:defRPr>
            </a:defPPr>
            <a:lvl1pPr algn="l">
              <a:defRPr sz="2325" b="0">
                <a:solidFill>
                  <a:srgbClr val="247A70"/>
                </a:solidFill>
                <a:latin typeface="Calibri"/>
                <a:ea typeface="Calibri"/>
                <a:cs typeface="Calibri"/>
              </a:defRPr>
            </a:lvl1pPr>
            <a:lvl2pPr algn="l">
              <a:defRPr sz="2325" b="0">
                <a:solidFill>
                  <a:srgbClr val="247A70"/>
                </a:solidFill>
                <a:latin typeface="Calibri"/>
                <a:ea typeface="Calibri"/>
                <a:cs typeface="Calibri"/>
              </a:defRPr>
            </a:lvl2pPr>
            <a:lvl3pPr algn="l">
              <a:defRPr sz="2325" b="0">
                <a:solidFill>
                  <a:srgbClr val="247A70"/>
                </a:solidFill>
                <a:latin typeface="Calibri"/>
                <a:ea typeface="Calibri"/>
                <a:cs typeface="Calibri"/>
              </a:defRPr>
            </a:lvl3pPr>
            <a:lvl4pPr algn="l">
              <a:defRPr sz="2325" b="0">
                <a:solidFill>
                  <a:srgbClr val="247A70"/>
                </a:solidFill>
                <a:latin typeface="Calibri"/>
                <a:ea typeface="Calibri"/>
                <a:cs typeface="Calibri"/>
              </a:defRPr>
            </a:lvl4pPr>
            <a:lvl5pPr algn="l">
              <a:defRPr sz="2325" b="0">
                <a:solidFill>
                  <a:srgbClr val="247A70"/>
                </a:solidFill>
                <a:latin typeface="Calibri"/>
                <a:ea typeface="Calibri"/>
                <a:cs typeface="Calibri"/>
              </a:defRPr>
            </a:lvl5pPr>
            <a:lvl6pPr algn="l">
              <a:defRPr sz="2325" b="0">
                <a:solidFill>
                  <a:srgbClr val="247A70"/>
                </a:solidFill>
                <a:latin typeface="Calibri"/>
                <a:ea typeface="Calibri"/>
                <a:cs typeface="Calibri"/>
              </a:defRPr>
            </a:lvl6pPr>
            <a:lvl7pPr algn="l">
              <a:defRPr sz="2325" b="0">
                <a:solidFill>
                  <a:srgbClr val="247A70"/>
                </a:solidFill>
                <a:latin typeface="Calibri"/>
                <a:ea typeface="Calibri"/>
                <a:cs typeface="Calibri"/>
              </a:defRPr>
            </a:lvl7pPr>
            <a:lvl8pPr algn="l">
              <a:defRPr sz="2325" b="0">
                <a:solidFill>
                  <a:srgbClr val="247A70"/>
                </a:solidFill>
                <a:latin typeface="Calibri"/>
                <a:ea typeface="Calibri"/>
                <a:cs typeface="Calibri"/>
              </a:defRPr>
            </a:lvl8pPr>
            <a:lvl9pPr algn="l">
              <a:defRPr sz="2325" b="0">
                <a:solidFill>
                  <a:srgbClr val="247A70"/>
                </a:solidFill>
                <a:latin typeface="Calibri"/>
                <a:ea typeface="Calibri"/>
                <a:cs typeface="Calibri"/>
              </a:defRPr>
            </a:lvl9pPr>
          </a:lstStyle>
          <a:p xmlns:a="http://schemas.openxmlformats.org/drawingml/2006/main">
            <a:pPr algn="l">
              <a:defRPr sz="2325" b="0">
                <a:solidFill>
                  <a:srgbClr val="247A70"/>
                </a:solidFill>
                <a:latin typeface="Calibri"/>
                <a:ea typeface="Calibri"/>
                <a:cs typeface="Calibri"/>
              </a:defRPr>
            </a:pPr>
            <a:r>
              <a:rPr sz="2325" b="0">
                <a:solidFill>
                  <a:srgbClr val="247A70"/>
                </a:solidFill>
                <a:latin typeface="Calibri"/>
                <a:ea typeface="Calibri"/>
                <a:cs typeface="Calibri"/>
              </a:rPr>
              <a:t>State, revision and audit events commit together.</a:t>
            </a:r>
          </a:p>
        </p:txBody>
      </p:sp>
      <p:sp>
        <p:nvSpPr>
          <p:cNvPr id="14" name="Competing approval requires explicit resolution. Earlier versions and messages r">
            <a:extLst xmlns:a="http://schemas.openxmlformats.org/drawingml/2006/main">
              <a:ext uri="{FF2B5EF4-FFF2-40B4-BE49-F238E27FC236}">
                <a16:creationId xmlns:a16="http://schemas.microsoft.com/office/drawing/2014/main" id="{E453AE35-8A80-4477-AFE4-5CD0C270CA30}"/>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Competing approval requires explicit resolution. Earlier versions and messages remain inspectable.</a:t>
            </a:r>
          </a:p>
        </p:txBody>
      </p:sp>
    </p:spTree>
    <p:extLst>
      <p:ext uri="{BB962C8B-B14F-4D97-AF65-F5344CB8AC3E}">
        <p14:creationId xmlns:p14="http://schemas.microsoft.com/office/powerpoint/2010/main" val="172369658"/>
      </p:ext>
    </p:extLst>
  </p:cSld>
  <p:transition advClick="0" advTm="30000"/>
</p:sld>
</file>

<file path=ppt/slides/slide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Website: approve the sourced update">
            <a:extLst xmlns:a="http://schemas.openxmlformats.org/drawingml/2006/main">
              <a:ext uri="{FF2B5EF4-FFF2-40B4-BE49-F238E27FC236}">
                <a16:creationId xmlns:a16="http://schemas.microsoft.com/office/drawing/2014/main" id="{7A515302-2FDB-4C18-9D2A-B01BDE0BB259}"/>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Website: approve the sourced update</a:t>
            </a:r>
          </a:p>
        </p:txBody>
      </p:sp>
      <p:sp>
        <p:nvSpPr>
          <p:cNvPr id="2" name="Air India handover example, with the dated official source.">
            <a:extLst xmlns:a="http://schemas.openxmlformats.org/drawingml/2006/main">
              <a:ext uri="{FF2B5EF4-FFF2-40B4-BE49-F238E27FC236}">
                <a16:creationId xmlns:a16="http://schemas.microsoft.com/office/drawing/2014/main" id="{B318A0F0-B53D-4DA3-AACF-BAE15AF200AD}"/>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Air India handover example, with the dated official source.</a:t>
            </a:r>
          </a:p>
        </p:txBody>
      </p:sp>
      <p:sp>
        <p:nvSpPr>
          <p:cNvPr id="3" name="Verity">
            <a:extLst xmlns:a="http://schemas.openxmlformats.org/drawingml/2006/main">
              <a:ext uri="{FF2B5EF4-FFF2-40B4-BE49-F238E27FC236}">
                <a16:creationId xmlns:a16="http://schemas.microsoft.com/office/drawing/2014/main" id="{CDE6B0E5-ACC5-4BFA-8089-2C8530D2A899}"/>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6">
            <a:extLst xmlns:a="http://schemas.openxmlformats.org/drawingml/2006/main">
              <a:ext uri="{FF2B5EF4-FFF2-40B4-BE49-F238E27FC236}">
                <a16:creationId xmlns:a16="http://schemas.microsoft.com/office/drawing/2014/main" id="{BBE995D7-32D8-4C68-AA1E-A24F4A32A29D}"/>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06</a:t>
            </a:r>
          </a:p>
        </p:txBody>
      </p:sp>
      <p:pic>
        <p:nvPicPr>
          <p:cNvPr id="5" name="">
            <a:extLst xmlns:a="http://schemas.openxmlformats.org/drawingml/2006/main">
              <a:ext uri="{FF2B5EF4-FFF2-40B4-BE49-F238E27FC236}">
                <a16:creationId xmlns:a16="http://schemas.microsoft.com/office/drawing/2014/main" id="{CD230AD9-181A-4C3D-A1CF-DD08CD5356E5}"/>
              </a:ext>
            </a:extLst>
          </p:cNvPr>
          <p:cNvPicPr>
            <a:picLocks xmlns:a="http://schemas.openxmlformats.org/drawingml/2006/main" noChangeAspect="1"/>
          </p:cNvPicPr>
          <p:nvPr/>
        </p:nvPicPr>
        <p:blipFill>
          <a:blip xmlns:r="http://schemas.openxmlformats.org/officeDocument/2006/relationships" xmlns:a="http://schemas.openxmlformats.org/drawingml/2006/main" r:embed="R2148a1d53d514acf"/>
          <a:stretch xmlns:a="http://schemas.openxmlformats.org/drawingml/2006/main"/>
        </p:blipFill>
        <p:spPr>
          <a:xfrm xmlns:a="http://schemas.openxmlformats.org/drawingml/2006/main">
            <a:off x="1125181" y="1733550"/>
            <a:ext cx="7446088" cy="4191000"/>
          </a:xfrm>
          <a:prstGeom xmlns:a="http://schemas.openxmlformats.org/drawingml/2006/main" prst="rect">
            <a:avLst/>
          </a:prstGeom>
        </p:spPr>
      </p:pic>
      <p:sp>
        <p:nvSpPr>
          <p:cNvPr id="6" name="Dated source&#10;&#10;Explicit scope&#10;&#10;Approve replacement">
            <a:extLst xmlns:a="http://schemas.openxmlformats.org/drawingml/2006/main">
              <a:ext uri="{FF2B5EF4-FFF2-40B4-BE49-F238E27FC236}">
                <a16:creationId xmlns:a16="http://schemas.microsoft.com/office/drawing/2014/main" id="{66A7C32C-FBDE-4E88-B606-BB427F23385A}"/>
              </a:ext>
            </a:extLst>
          </p:cNvPr>
          <p:cNvSpPr>
            <a:spLocks xmlns:a="http://schemas.openxmlformats.org/drawingml/2006/main" noGrp="1"/>
          </p:cNvSpPr>
          <p:nvPr/>
        </p:nvSpPr>
        <p:spPr>
          <a:xfrm xmlns:a="http://schemas.openxmlformats.org/drawingml/2006/main">
            <a:off x="9410700" y="2114550"/>
            <a:ext cx="2133600" cy="297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123039"/>
                </a:solidFill>
                <a:latin typeface="Calibri"/>
                <a:ea typeface="Calibri"/>
                <a:cs typeface="Calibri"/>
              </a:defRPr>
            </a:defPPr>
            <a:lvl1pPr algn="l">
              <a:defRPr sz="2100" b="1">
                <a:solidFill>
                  <a:srgbClr val="123039"/>
                </a:solidFill>
                <a:latin typeface="Calibri"/>
                <a:ea typeface="Calibri"/>
                <a:cs typeface="Calibri"/>
              </a:defRPr>
            </a:lvl1pPr>
            <a:lvl2pPr algn="l">
              <a:defRPr sz="2100" b="1">
                <a:solidFill>
                  <a:srgbClr val="123039"/>
                </a:solidFill>
                <a:latin typeface="Calibri"/>
                <a:ea typeface="Calibri"/>
                <a:cs typeface="Calibri"/>
              </a:defRPr>
            </a:lvl2pPr>
            <a:lvl3pPr algn="l">
              <a:defRPr sz="2100" b="1">
                <a:solidFill>
                  <a:srgbClr val="123039"/>
                </a:solidFill>
                <a:latin typeface="Calibri"/>
                <a:ea typeface="Calibri"/>
                <a:cs typeface="Calibri"/>
              </a:defRPr>
            </a:lvl3pPr>
            <a:lvl4pPr algn="l">
              <a:defRPr sz="2100" b="1">
                <a:solidFill>
                  <a:srgbClr val="123039"/>
                </a:solidFill>
                <a:latin typeface="Calibri"/>
                <a:ea typeface="Calibri"/>
                <a:cs typeface="Calibri"/>
              </a:defRPr>
            </a:lvl4pPr>
            <a:lvl5pPr algn="l">
              <a:defRPr sz="2100" b="1">
                <a:solidFill>
                  <a:srgbClr val="123039"/>
                </a:solidFill>
                <a:latin typeface="Calibri"/>
                <a:ea typeface="Calibri"/>
                <a:cs typeface="Calibri"/>
              </a:defRPr>
            </a:lvl5pPr>
            <a:lvl6pPr algn="l">
              <a:defRPr sz="2100" b="1">
                <a:solidFill>
                  <a:srgbClr val="123039"/>
                </a:solidFill>
                <a:latin typeface="Calibri"/>
                <a:ea typeface="Calibri"/>
                <a:cs typeface="Calibri"/>
              </a:defRPr>
            </a:lvl6pPr>
            <a:lvl7pPr algn="l">
              <a:defRPr sz="2100" b="1">
                <a:solidFill>
                  <a:srgbClr val="123039"/>
                </a:solidFill>
                <a:latin typeface="Calibri"/>
                <a:ea typeface="Calibri"/>
                <a:cs typeface="Calibri"/>
              </a:defRPr>
            </a:lvl7pPr>
            <a:lvl8pPr algn="l">
              <a:defRPr sz="2100" b="1">
                <a:solidFill>
                  <a:srgbClr val="123039"/>
                </a:solidFill>
                <a:latin typeface="Calibri"/>
                <a:ea typeface="Calibri"/>
                <a:cs typeface="Calibri"/>
              </a:defRPr>
            </a:lvl8pPr>
            <a:lvl9pPr algn="l">
              <a:defRPr sz="2100" b="1">
                <a:solidFill>
                  <a:srgbClr val="123039"/>
                </a:solidFill>
                <a:latin typeface="Calibri"/>
                <a:ea typeface="Calibri"/>
                <a:cs typeface="Calibri"/>
              </a:defRPr>
            </a:lvl9pPr>
          </a:lstStyle>
          <a:p xmlns:a="http://schemas.openxmlformats.org/drawingml/2006/main">
            <a:pPr algn="l">
              <a:defRPr sz="2100" b="1">
                <a:solidFill>
                  <a:srgbClr val="123039"/>
                </a:solidFill>
                <a:latin typeface="Calibri"/>
                <a:ea typeface="Calibri"/>
                <a:cs typeface="Calibri"/>
              </a:defRPr>
            </a:pPr>
            <a:r>
              <a:rPr sz="2100" b="1">
                <a:solidFill>
                  <a:srgbClr val="123039"/>
                </a:solidFill>
                <a:latin typeface="Calibri"/>
                <a:ea typeface="Calibri"/>
                <a:cs typeface="Calibri"/>
              </a:rPr>
              <a:t>Dated source</a:t>
            </a:r>
          </a:p>
          <a:p xmlns:a="http://schemas.openxmlformats.org/drawingml/2006/main">
            <a:r>
              <a:t/>
            </a:r>
          </a:p>
          <a:p xmlns:a="http://schemas.openxmlformats.org/drawingml/2006/main">
            <a:pPr algn="l">
              <a:defRPr sz="2100" b="1">
                <a:solidFill>
                  <a:srgbClr val="123039"/>
                </a:solidFill>
                <a:latin typeface="Calibri"/>
                <a:ea typeface="Calibri"/>
                <a:cs typeface="Calibri"/>
              </a:defRPr>
            </a:pPr>
            <a:r>
              <a:rPr sz="2100" b="1">
                <a:solidFill>
                  <a:srgbClr val="123039"/>
                </a:solidFill>
                <a:latin typeface="Calibri"/>
                <a:ea typeface="Calibri"/>
                <a:cs typeface="Calibri"/>
              </a:rPr>
              <a:t>Explicit scope</a:t>
            </a:r>
          </a:p>
          <a:p xmlns:a="http://schemas.openxmlformats.org/drawingml/2006/main">
            <a:r>
              <a:t/>
            </a:r>
          </a:p>
          <a:p xmlns:a="http://schemas.openxmlformats.org/drawingml/2006/main">
            <a:pPr algn="l">
              <a:defRPr sz="2100" b="1">
                <a:solidFill>
                  <a:srgbClr val="123039"/>
                </a:solidFill>
                <a:latin typeface="Calibri"/>
                <a:ea typeface="Calibri"/>
                <a:cs typeface="Calibri"/>
              </a:defRPr>
            </a:pPr>
            <a:r>
              <a:rPr sz="2100" b="1">
                <a:solidFill>
                  <a:srgbClr val="123039"/>
                </a:solidFill>
                <a:latin typeface="Calibri"/>
                <a:ea typeface="Calibri"/>
                <a:cs typeface="Calibri"/>
              </a:rPr>
              <a:t>Approve replacement</a:t>
            </a:r>
          </a:p>
        </p:txBody>
      </p:sp>
      <p:sp>
        <p:nvSpPr>
          <p:cNvPr id="7" name="Recorded website walkthrough. The selected local snapshot advances from 2021 to ">
            <a:extLst xmlns:a="http://schemas.openxmlformats.org/drawingml/2006/main">
              <a:ext uri="{FF2B5EF4-FFF2-40B4-BE49-F238E27FC236}">
                <a16:creationId xmlns:a16="http://schemas.microsoft.com/office/drawing/2014/main" id="{BCC5FEA8-0A0B-493C-99B7-04BCDC58E6E5}"/>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Recorded website walkthrough. The selected local snapshot advances from 2021 to the 2022 handover.</a:t>
            </a:r>
          </a:p>
        </p:txBody>
      </p:sp>
    </p:spTree>
    <p:extLst>
      <p:ext uri="{BB962C8B-B14F-4D97-AF65-F5344CB8AC3E}">
        <p14:creationId xmlns:p14="http://schemas.microsoft.com/office/powerpoint/2010/main" val="2062120526"/>
      </p:ext>
    </p:extLst>
  </p:cSld>
  <p:transition advClick="0" advTm="30000"/>
</p:sld>
</file>

<file path=ppt/slides/slide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1" name="Website: ask a connected question">
            <a:extLst xmlns:a="http://schemas.openxmlformats.org/drawingml/2006/main">
              <a:ext uri="{FF2B5EF4-FFF2-40B4-BE49-F238E27FC236}">
                <a16:creationId xmlns:a16="http://schemas.microsoft.com/office/drawing/2014/main" id="{271F7104-7928-42CD-B145-F4E25E0BF60D}"/>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Website: ask a connected question</a:t>
            </a:r>
          </a:p>
        </p:txBody>
      </p:sp>
      <p:sp>
        <p:nvSpPr>
          <p:cNvPr id="2" name="The same sourced example, through the actual chat workflow.">
            <a:extLst xmlns:a="http://schemas.openxmlformats.org/drawingml/2006/main">
              <a:ext uri="{FF2B5EF4-FFF2-40B4-BE49-F238E27FC236}">
                <a16:creationId xmlns:a16="http://schemas.microsoft.com/office/drawing/2014/main" id="{F382E550-DB70-433C-A262-109E2CCE9042}"/>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The same sourced example, through the actual chat workflow.</a:t>
            </a:r>
          </a:p>
        </p:txBody>
      </p:sp>
      <p:sp>
        <p:nvSpPr>
          <p:cNvPr id="3" name="Verity">
            <a:extLst xmlns:a="http://schemas.openxmlformats.org/drawingml/2006/main">
              <a:ext uri="{FF2B5EF4-FFF2-40B4-BE49-F238E27FC236}">
                <a16:creationId xmlns:a16="http://schemas.microsoft.com/office/drawing/2014/main" id="{F54FA50E-EBB7-4D41-B509-3A9A090FD1D3}"/>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7">
            <a:extLst xmlns:a="http://schemas.openxmlformats.org/drawingml/2006/main">
              <a:ext uri="{FF2B5EF4-FFF2-40B4-BE49-F238E27FC236}">
                <a16:creationId xmlns:a16="http://schemas.microsoft.com/office/drawing/2014/main" id="{931CF452-949A-4940-9C61-B96CF62FFA09}"/>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07</a:t>
            </a:r>
          </a:p>
        </p:txBody>
      </p:sp>
      <p:pic>
        <p:nvPicPr>
          <p:cNvPr id="5" name="">
            <a:extLst xmlns:a="http://schemas.openxmlformats.org/drawingml/2006/main">
              <a:ext uri="{FF2B5EF4-FFF2-40B4-BE49-F238E27FC236}">
                <a16:creationId xmlns:a16="http://schemas.microsoft.com/office/drawing/2014/main" id="{3E3F20F8-CA28-4443-B829-4AA3308CE2DC}"/>
              </a:ext>
            </a:extLst>
          </p:cNvPr>
          <p:cNvPicPr>
            <a:picLocks xmlns:a="http://schemas.openxmlformats.org/drawingml/2006/main" noChangeAspect="1"/>
          </p:cNvPicPr>
          <p:nvPr/>
        </p:nvPicPr>
        <p:blipFill>
          <a:blip xmlns:r="http://schemas.openxmlformats.org/officeDocument/2006/relationships" xmlns:a="http://schemas.openxmlformats.org/drawingml/2006/main" r:embed="R2edd4ee095104e38"/>
          <a:stretch xmlns:a="http://schemas.openxmlformats.org/drawingml/2006/main"/>
        </p:blipFill>
        <p:spPr>
          <a:xfrm xmlns:a="http://schemas.openxmlformats.org/drawingml/2006/main">
            <a:off x="827942" y="1733550"/>
            <a:ext cx="3563815" cy="4191000"/>
          </a:xfrm>
          <a:prstGeom xmlns:a="http://schemas.openxmlformats.org/drawingml/2006/main" prst="rect">
            <a:avLst/>
          </a:prstGeom>
        </p:spPr>
      </p:pic>
      <p:sp>
        <p:nvSpPr>
          <p:cNvPr id="6" name="Parent of the selected owner">
            <a:extLst xmlns:a="http://schemas.openxmlformats.org/drawingml/2006/main">
              <a:ext uri="{FF2B5EF4-FFF2-40B4-BE49-F238E27FC236}">
                <a16:creationId xmlns:a16="http://schemas.microsoft.com/office/drawing/2014/main" id="{1CAF8FB6-7F3E-4489-AC3E-DC4904D4070B}"/>
              </a:ext>
            </a:extLst>
          </p:cNvPr>
          <p:cNvSpPr>
            <a:spLocks xmlns:a="http://schemas.openxmlformats.org/drawingml/2006/main" noGrp="1"/>
          </p:cNvSpPr>
          <p:nvPr/>
        </p:nvSpPr>
        <p:spPr>
          <a:xfrm xmlns:a="http://schemas.openxmlformats.org/drawingml/2006/main">
            <a:off x="5095875" y="1990725"/>
            <a:ext cx="6448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123039"/>
                </a:solidFill>
                <a:latin typeface="Calibri"/>
                <a:ea typeface="Calibri"/>
                <a:cs typeface="Calibri"/>
              </a:defRPr>
            </a:defPPr>
            <a:lvl1pPr algn="l">
              <a:defRPr sz="2325" b="1">
                <a:solidFill>
                  <a:srgbClr val="123039"/>
                </a:solidFill>
                <a:latin typeface="Calibri"/>
                <a:ea typeface="Calibri"/>
                <a:cs typeface="Calibri"/>
              </a:defRPr>
            </a:lvl1pPr>
            <a:lvl2pPr algn="l">
              <a:defRPr sz="2325" b="1">
                <a:solidFill>
                  <a:srgbClr val="123039"/>
                </a:solidFill>
                <a:latin typeface="Calibri"/>
                <a:ea typeface="Calibri"/>
                <a:cs typeface="Calibri"/>
              </a:defRPr>
            </a:lvl2pPr>
            <a:lvl3pPr algn="l">
              <a:defRPr sz="2325" b="1">
                <a:solidFill>
                  <a:srgbClr val="123039"/>
                </a:solidFill>
                <a:latin typeface="Calibri"/>
                <a:ea typeface="Calibri"/>
                <a:cs typeface="Calibri"/>
              </a:defRPr>
            </a:lvl3pPr>
            <a:lvl4pPr algn="l">
              <a:defRPr sz="2325" b="1">
                <a:solidFill>
                  <a:srgbClr val="123039"/>
                </a:solidFill>
                <a:latin typeface="Calibri"/>
                <a:ea typeface="Calibri"/>
                <a:cs typeface="Calibri"/>
              </a:defRPr>
            </a:lvl4pPr>
            <a:lvl5pPr algn="l">
              <a:defRPr sz="2325" b="1">
                <a:solidFill>
                  <a:srgbClr val="123039"/>
                </a:solidFill>
                <a:latin typeface="Calibri"/>
                <a:ea typeface="Calibri"/>
                <a:cs typeface="Calibri"/>
              </a:defRPr>
            </a:lvl5pPr>
            <a:lvl6pPr algn="l">
              <a:defRPr sz="2325" b="1">
                <a:solidFill>
                  <a:srgbClr val="123039"/>
                </a:solidFill>
                <a:latin typeface="Calibri"/>
                <a:ea typeface="Calibri"/>
                <a:cs typeface="Calibri"/>
              </a:defRPr>
            </a:lvl6pPr>
            <a:lvl7pPr algn="l">
              <a:defRPr sz="2325" b="1">
                <a:solidFill>
                  <a:srgbClr val="123039"/>
                </a:solidFill>
                <a:latin typeface="Calibri"/>
                <a:ea typeface="Calibri"/>
                <a:cs typeface="Calibri"/>
              </a:defRPr>
            </a:lvl7pPr>
            <a:lvl8pPr algn="l">
              <a:defRPr sz="2325" b="1">
                <a:solidFill>
                  <a:srgbClr val="123039"/>
                </a:solidFill>
                <a:latin typeface="Calibri"/>
                <a:ea typeface="Calibri"/>
                <a:cs typeface="Calibri"/>
              </a:defRPr>
            </a:lvl8pPr>
            <a:lvl9pPr algn="l">
              <a:defRPr sz="2325" b="1">
                <a:solidFill>
                  <a:srgbClr val="123039"/>
                </a:solidFill>
                <a:latin typeface="Calibri"/>
                <a:ea typeface="Calibri"/>
                <a:cs typeface="Calibri"/>
              </a:defRPr>
            </a:lvl9pPr>
          </a:lstStyle>
          <a:p xmlns:a="http://schemas.openxmlformats.org/drawingml/2006/main">
            <a:pPr algn="l">
              <a:defRPr sz="2325" b="1">
                <a:solidFill>
                  <a:srgbClr val="123039"/>
                </a:solidFill>
                <a:latin typeface="Calibri"/>
                <a:ea typeface="Calibri"/>
                <a:cs typeface="Calibri"/>
              </a:defRPr>
            </a:pPr>
            <a:r>
              <a:rPr sz="2325" b="1">
                <a:solidFill>
                  <a:srgbClr val="123039"/>
                </a:solidFill>
                <a:latin typeface="Calibri"/>
                <a:ea typeface="Calibri"/>
                <a:cs typeface="Calibri"/>
              </a:rPr>
              <a:t>Parent of the selected owner</a:t>
            </a:r>
          </a:p>
        </p:txBody>
      </p:sp>
      <p:sp>
        <p:nvSpPr>
          <p:cNvPr id="7" name="Air India → Talace → Tata Sons">
            <a:extLst xmlns:a="http://schemas.openxmlformats.org/drawingml/2006/main">
              <a:ext uri="{FF2B5EF4-FFF2-40B4-BE49-F238E27FC236}">
                <a16:creationId xmlns:a16="http://schemas.microsoft.com/office/drawing/2014/main" id="{D1788CD1-B1D8-4B15-9246-51A1A1861CD8}"/>
              </a:ext>
            </a:extLst>
          </p:cNvPr>
          <p:cNvSpPr>
            <a:spLocks xmlns:a="http://schemas.openxmlformats.org/drawingml/2006/main" noGrp="1"/>
          </p:cNvSpPr>
          <p:nvPr/>
        </p:nvSpPr>
        <p:spPr>
          <a:xfrm xmlns:a="http://schemas.openxmlformats.org/drawingml/2006/main">
            <a:off x="5095875" y="2771775"/>
            <a:ext cx="6448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0">
                <a:solidFill>
                  <a:srgbClr val="247A70"/>
                </a:solidFill>
                <a:latin typeface="Calibri"/>
                <a:ea typeface="Calibri"/>
                <a:cs typeface="Calibri"/>
              </a:defRPr>
            </a:defPPr>
            <a:lvl1pPr algn="l">
              <a:defRPr sz="2400" b="0">
                <a:solidFill>
                  <a:srgbClr val="247A70"/>
                </a:solidFill>
                <a:latin typeface="Calibri"/>
                <a:ea typeface="Calibri"/>
                <a:cs typeface="Calibri"/>
              </a:defRPr>
            </a:lvl1pPr>
            <a:lvl2pPr algn="l">
              <a:defRPr sz="2400" b="0">
                <a:solidFill>
                  <a:srgbClr val="247A70"/>
                </a:solidFill>
                <a:latin typeface="Calibri"/>
                <a:ea typeface="Calibri"/>
                <a:cs typeface="Calibri"/>
              </a:defRPr>
            </a:lvl2pPr>
            <a:lvl3pPr algn="l">
              <a:defRPr sz="2400" b="0">
                <a:solidFill>
                  <a:srgbClr val="247A70"/>
                </a:solidFill>
                <a:latin typeface="Calibri"/>
                <a:ea typeface="Calibri"/>
                <a:cs typeface="Calibri"/>
              </a:defRPr>
            </a:lvl3pPr>
            <a:lvl4pPr algn="l">
              <a:defRPr sz="2400" b="0">
                <a:solidFill>
                  <a:srgbClr val="247A70"/>
                </a:solidFill>
                <a:latin typeface="Calibri"/>
                <a:ea typeface="Calibri"/>
                <a:cs typeface="Calibri"/>
              </a:defRPr>
            </a:lvl4pPr>
            <a:lvl5pPr algn="l">
              <a:defRPr sz="2400" b="0">
                <a:solidFill>
                  <a:srgbClr val="247A70"/>
                </a:solidFill>
                <a:latin typeface="Calibri"/>
                <a:ea typeface="Calibri"/>
                <a:cs typeface="Calibri"/>
              </a:defRPr>
            </a:lvl5pPr>
            <a:lvl6pPr algn="l">
              <a:defRPr sz="2400" b="0">
                <a:solidFill>
                  <a:srgbClr val="247A70"/>
                </a:solidFill>
                <a:latin typeface="Calibri"/>
                <a:ea typeface="Calibri"/>
                <a:cs typeface="Calibri"/>
              </a:defRPr>
            </a:lvl6pPr>
            <a:lvl7pPr algn="l">
              <a:defRPr sz="2400" b="0">
                <a:solidFill>
                  <a:srgbClr val="247A70"/>
                </a:solidFill>
                <a:latin typeface="Calibri"/>
                <a:ea typeface="Calibri"/>
                <a:cs typeface="Calibri"/>
              </a:defRPr>
            </a:lvl7pPr>
            <a:lvl8pPr algn="l">
              <a:defRPr sz="2400" b="0">
                <a:solidFill>
                  <a:srgbClr val="247A70"/>
                </a:solidFill>
                <a:latin typeface="Calibri"/>
                <a:ea typeface="Calibri"/>
                <a:cs typeface="Calibri"/>
              </a:defRPr>
            </a:lvl8pPr>
            <a:lvl9pPr algn="l">
              <a:defRPr sz="2400" b="0">
                <a:solidFill>
                  <a:srgbClr val="247A70"/>
                </a:solidFill>
                <a:latin typeface="Calibri"/>
                <a:ea typeface="Calibri"/>
                <a:cs typeface="Calibri"/>
              </a:defRPr>
            </a:lvl9pPr>
          </a:lstStyle>
          <a:p xmlns:a="http://schemas.openxmlformats.org/drawingml/2006/main">
            <a:pPr algn="l">
              <a:defRPr sz="2400" b="0">
                <a:solidFill>
                  <a:srgbClr val="247A70"/>
                </a:solidFill>
                <a:latin typeface="Calibri"/>
                <a:ea typeface="Calibri"/>
                <a:cs typeface="Calibri"/>
              </a:defRPr>
            </a:pPr>
            <a:r>
              <a:rPr sz="2400" b="0">
                <a:solidFill>
                  <a:srgbClr val="247A70"/>
                </a:solidFill>
                <a:latin typeface="Calibri"/>
                <a:ea typeface="Calibri"/>
                <a:cs typeface="Calibri"/>
              </a:rPr>
              <a:t>Air India → Talace → Tata Sons</a:t>
            </a:r>
          </a:p>
        </p:txBody>
      </p:sp>
      <p:sp>
        <p:nvSpPr>
          <p:cNvPr id="8" name="Tata Sons Private Limited">
            <a:extLst xmlns:a="http://schemas.openxmlformats.org/drawingml/2006/main">
              <a:ext uri="{FF2B5EF4-FFF2-40B4-BE49-F238E27FC236}">
                <a16:creationId xmlns:a16="http://schemas.microsoft.com/office/drawing/2014/main" id="{F8AA45B8-E18B-4532-9410-76AA02540BCB}"/>
              </a:ext>
            </a:extLst>
          </p:cNvPr>
          <p:cNvSpPr>
            <a:spLocks xmlns:a="http://schemas.openxmlformats.org/drawingml/2006/main" noGrp="1"/>
          </p:cNvSpPr>
          <p:nvPr/>
        </p:nvSpPr>
        <p:spPr>
          <a:xfrm xmlns:a="http://schemas.openxmlformats.org/drawingml/2006/main">
            <a:off x="5095875" y="3714750"/>
            <a:ext cx="6448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123039"/>
                </a:solidFill>
                <a:latin typeface="Calibri"/>
                <a:ea typeface="Calibri"/>
                <a:cs typeface="Calibri"/>
              </a:defRPr>
            </a:defPPr>
            <a:lvl1pPr algn="l">
              <a:defRPr sz="2850" b="1">
                <a:solidFill>
                  <a:srgbClr val="123039"/>
                </a:solidFill>
                <a:latin typeface="Calibri"/>
                <a:ea typeface="Calibri"/>
                <a:cs typeface="Calibri"/>
              </a:defRPr>
            </a:lvl1pPr>
            <a:lvl2pPr algn="l">
              <a:defRPr sz="2850" b="1">
                <a:solidFill>
                  <a:srgbClr val="123039"/>
                </a:solidFill>
                <a:latin typeface="Calibri"/>
                <a:ea typeface="Calibri"/>
                <a:cs typeface="Calibri"/>
              </a:defRPr>
            </a:lvl2pPr>
            <a:lvl3pPr algn="l">
              <a:defRPr sz="2850" b="1">
                <a:solidFill>
                  <a:srgbClr val="123039"/>
                </a:solidFill>
                <a:latin typeface="Calibri"/>
                <a:ea typeface="Calibri"/>
                <a:cs typeface="Calibri"/>
              </a:defRPr>
            </a:lvl3pPr>
            <a:lvl4pPr algn="l">
              <a:defRPr sz="2850" b="1">
                <a:solidFill>
                  <a:srgbClr val="123039"/>
                </a:solidFill>
                <a:latin typeface="Calibri"/>
                <a:ea typeface="Calibri"/>
                <a:cs typeface="Calibri"/>
              </a:defRPr>
            </a:lvl4pPr>
            <a:lvl5pPr algn="l">
              <a:defRPr sz="2850" b="1">
                <a:solidFill>
                  <a:srgbClr val="123039"/>
                </a:solidFill>
                <a:latin typeface="Calibri"/>
                <a:ea typeface="Calibri"/>
                <a:cs typeface="Calibri"/>
              </a:defRPr>
            </a:lvl5pPr>
            <a:lvl6pPr algn="l">
              <a:defRPr sz="2850" b="1">
                <a:solidFill>
                  <a:srgbClr val="123039"/>
                </a:solidFill>
                <a:latin typeface="Calibri"/>
                <a:ea typeface="Calibri"/>
                <a:cs typeface="Calibri"/>
              </a:defRPr>
            </a:lvl6pPr>
            <a:lvl7pPr algn="l">
              <a:defRPr sz="2850" b="1">
                <a:solidFill>
                  <a:srgbClr val="123039"/>
                </a:solidFill>
                <a:latin typeface="Calibri"/>
                <a:ea typeface="Calibri"/>
                <a:cs typeface="Calibri"/>
              </a:defRPr>
            </a:lvl7pPr>
            <a:lvl8pPr algn="l">
              <a:defRPr sz="2850" b="1">
                <a:solidFill>
                  <a:srgbClr val="123039"/>
                </a:solidFill>
                <a:latin typeface="Calibri"/>
                <a:ea typeface="Calibri"/>
                <a:cs typeface="Calibri"/>
              </a:defRPr>
            </a:lvl8pPr>
            <a:lvl9pPr algn="l">
              <a:defRPr sz="2850" b="1">
                <a:solidFill>
                  <a:srgbClr val="123039"/>
                </a:solidFill>
                <a:latin typeface="Calibri"/>
                <a:ea typeface="Calibri"/>
                <a:cs typeface="Calibri"/>
              </a:defRPr>
            </a:lvl9pPr>
          </a:lstStyle>
          <a:p xmlns:a="http://schemas.openxmlformats.org/drawingml/2006/main">
            <a:pPr algn="l">
              <a:defRPr sz="2850" b="1">
                <a:solidFill>
                  <a:srgbClr val="123039"/>
                </a:solidFill>
                <a:latin typeface="Calibri"/>
                <a:ea typeface="Calibri"/>
                <a:cs typeface="Calibri"/>
              </a:defRPr>
            </a:pPr>
            <a:r>
              <a:rPr sz="2850" b="1">
                <a:solidFill>
                  <a:srgbClr val="123039"/>
                </a:solidFill>
                <a:latin typeface="Calibri"/>
                <a:ea typeface="Calibri"/>
                <a:cs typeface="Calibri"/>
              </a:rPr>
              <a:t>Tata Sons Private Limited</a:t>
            </a:r>
          </a:p>
        </p:txBody>
      </p:sp>
      <p:sp>
        <p:nvSpPr>
          <p:cNvPr id="9" name="Actual generated answer · revision 8&#10;Supplied source records remain inspectable.">
            <a:extLst xmlns:a="http://schemas.openxmlformats.org/drawingml/2006/main">
              <a:ext uri="{FF2B5EF4-FFF2-40B4-BE49-F238E27FC236}">
                <a16:creationId xmlns:a16="http://schemas.microsoft.com/office/drawing/2014/main" id="{0A6BB47C-2A02-420B-8080-834E230EA52B}"/>
              </a:ext>
            </a:extLst>
          </p:cNvPr>
          <p:cNvSpPr>
            <a:spLocks xmlns:a="http://schemas.openxmlformats.org/drawingml/2006/main" noGrp="1"/>
          </p:cNvSpPr>
          <p:nvPr/>
        </p:nvSpPr>
        <p:spPr>
          <a:xfrm xmlns:a="http://schemas.openxmlformats.org/drawingml/2006/main">
            <a:off x="5095875" y="4762500"/>
            <a:ext cx="644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576969"/>
                </a:solidFill>
                <a:latin typeface="Calibri"/>
                <a:ea typeface="Calibri"/>
                <a:cs typeface="Calibri"/>
              </a:defRPr>
            </a:defPPr>
            <a:lvl1pPr algn="l">
              <a:defRPr sz="2025" b="0">
                <a:solidFill>
                  <a:srgbClr val="576969"/>
                </a:solidFill>
                <a:latin typeface="Calibri"/>
                <a:ea typeface="Calibri"/>
                <a:cs typeface="Calibri"/>
              </a:defRPr>
            </a:lvl1pPr>
            <a:lvl2pPr algn="l">
              <a:defRPr sz="2025" b="0">
                <a:solidFill>
                  <a:srgbClr val="576969"/>
                </a:solidFill>
                <a:latin typeface="Calibri"/>
                <a:ea typeface="Calibri"/>
                <a:cs typeface="Calibri"/>
              </a:defRPr>
            </a:lvl2pPr>
            <a:lvl3pPr algn="l">
              <a:defRPr sz="2025" b="0">
                <a:solidFill>
                  <a:srgbClr val="576969"/>
                </a:solidFill>
                <a:latin typeface="Calibri"/>
                <a:ea typeface="Calibri"/>
                <a:cs typeface="Calibri"/>
              </a:defRPr>
            </a:lvl3pPr>
            <a:lvl4pPr algn="l">
              <a:defRPr sz="2025" b="0">
                <a:solidFill>
                  <a:srgbClr val="576969"/>
                </a:solidFill>
                <a:latin typeface="Calibri"/>
                <a:ea typeface="Calibri"/>
                <a:cs typeface="Calibri"/>
              </a:defRPr>
            </a:lvl4pPr>
            <a:lvl5pPr algn="l">
              <a:defRPr sz="2025" b="0">
                <a:solidFill>
                  <a:srgbClr val="576969"/>
                </a:solidFill>
                <a:latin typeface="Calibri"/>
                <a:ea typeface="Calibri"/>
                <a:cs typeface="Calibri"/>
              </a:defRPr>
            </a:lvl5pPr>
            <a:lvl6pPr algn="l">
              <a:defRPr sz="2025" b="0">
                <a:solidFill>
                  <a:srgbClr val="576969"/>
                </a:solidFill>
                <a:latin typeface="Calibri"/>
                <a:ea typeface="Calibri"/>
                <a:cs typeface="Calibri"/>
              </a:defRPr>
            </a:lvl6pPr>
            <a:lvl7pPr algn="l">
              <a:defRPr sz="2025" b="0">
                <a:solidFill>
                  <a:srgbClr val="576969"/>
                </a:solidFill>
                <a:latin typeface="Calibri"/>
                <a:ea typeface="Calibri"/>
                <a:cs typeface="Calibri"/>
              </a:defRPr>
            </a:lvl7pPr>
            <a:lvl8pPr algn="l">
              <a:defRPr sz="2025" b="0">
                <a:solidFill>
                  <a:srgbClr val="576969"/>
                </a:solidFill>
                <a:latin typeface="Calibri"/>
                <a:ea typeface="Calibri"/>
                <a:cs typeface="Calibri"/>
              </a:defRPr>
            </a:lvl8pPr>
            <a:lvl9pPr algn="l">
              <a:defRPr sz="2025" b="0">
                <a:solidFill>
                  <a:srgbClr val="576969"/>
                </a:solidFill>
                <a:latin typeface="Calibri"/>
                <a:ea typeface="Calibri"/>
                <a:cs typeface="Calibri"/>
              </a:defRPr>
            </a:lvl9pPr>
          </a:lstStyle>
          <a:p xmlns:a="http://schemas.openxmlformats.org/drawingml/2006/main">
            <a:pPr algn="l">
              <a:defRPr sz="2025" b="0">
                <a:solidFill>
                  <a:srgbClr val="576969"/>
                </a:solidFill>
                <a:latin typeface="Calibri"/>
                <a:ea typeface="Calibri"/>
                <a:cs typeface="Calibri"/>
              </a:defRPr>
            </a:pPr>
            <a:r>
              <a:rPr sz="2025" b="0">
                <a:solidFill>
                  <a:srgbClr val="576969"/>
                </a:solidFill>
                <a:latin typeface="Calibri"/>
                <a:ea typeface="Calibri"/>
                <a:cs typeface="Calibri"/>
              </a:rPr>
              <a:t>Actual generated answer · revision 8</a:t>
            </a:r>
          </a:p>
          <a:p xmlns:a="http://schemas.openxmlformats.org/drawingml/2006/main">
            <a:pPr algn="l">
              <a:defRPr sz="2025" b="0">
                <a:solidFill>
                  <a:srgbClr val="576969"/>
                </a:solidFill>
                <a:latin typeface="Calibri"/>
                <a:ea typeface="Calibri"/>
                <a:cs typeface="Calibri"/>
              </a:defRPr>
            </a:pPr>
            <a:r>
              <a:rPr sz="2025" b="0">
                <a:solidFill>
                  <a:srgbClr val="576969"/>
                </a:solidFill>
                <a:latin typeface="Calibri"/>
                <a:ea typeface="Calibri"/>
                <a:cs typeface="Calibri"/>
              </a:rPr>
              <a:t>Supplied source records remain inspectable.</a:t>
            </a:r>
          </a:p>
        </p:txBody>
      </p:sp>
      <p:sp>
        <p:nvSpPr>
          <p:cNvPr id="10" name="Recorded website response. Supplied evidence and the answer’s memory revision re">
            <a:extLst xmlns:a="http://schemas.openxmlformats.org/drawingml/2006/main">
              <a:ext uri="{FF2B5EF4-FFF2-40B4-BE49-F238E27FC236}">
                <a16:creationId xmlns:a16="http://schemas.microsoft.com/office/drawing/2014/main" id="{958E6A36-D71A-417D-BCB8-3C77C1CBA5DF}"/>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Recorded website response. Supplied evidence and the answer’s memory revision remain visible.</a:t>
            </a:r>
          </a:p>
        </p:txBody>
      </p:sp>
    </p:spTree>
    <p:extLst>
      <p:ext uri="{BB962C8B-B14F-4D97-AF65-F5344CB8AC3E}">
        <p14:creationId xmlns:p14="http://schemas.microsoft.com/office/powerpoint/2010/main" val="1082384735"/>
      </p:ext>
    </p:extLst>
  </p:cSld>
  <p:transition advClick="0" advTm="35000"/>
</p:sld>
</file>

<file path=ppt/slides/slide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1" name="Website: history and reversible state">
            <a:extLst xmlns:a="http://schemas.openxmlformats.org/drawingml/2006/main">
              <a:ext uri="{FF2B5EF4-FFF2-40B4-BE49-F238E27FC236}">
                <a16:creationId xmlns:a16="http://schemas.microsoft.com/office/drawing/2014/main" id="{F760115E-03FD-4320-8066-5CA79E1DFF76}"/>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Website: history and reversible state</a:t>
            </a:r>
          </a:p>
        </p:txBody>
      </p:sp>
      <p:sp>
        <p:nvSpPr>
          <p:cNvPr id="2" name="A source-backed update remains reversible and traceable.">
            <a:extLst xmlns:a="http://schemas.openxmlformats.org/drawingml/2006/main">
              <a:ext uri="{FF2B5EF4-FFF2-40B4-BE49-F238E27FC236}">
                <a16:creationId xmlns:a16="http://schemas.microsoft.com/office/drawing/2014/main" id="{1B1C9B56-28B9-49FD-9BA2-11AA4A6F0E74}"/>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source-backed update remains reversible and traceable.</a:t>
            </a:r>
          </a:p>
        </p:txBody>
      </p:sp>
      <p:sp>
        <p:nvSpPr>
          <p:cNvPr id="3" name="Verity">
            <a:extLst xmlns:a="http://schemas.openxmlformats.org/drawingml/2006/main">
              <a:ext uri="{FF2B5EF4-FFF2-40B4-BE49-F238E27FC236}">
                <a16:creationId xmlns:a16="http://schemas.microsoft.com/office/drawing/2014/main" id="{5F96F99B-2DD6-4078-BDC2-5596D76AA0E5}"/>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8">
            <a:extLst xmlns:a="http://schemas.openxmlformats.org/drawingml/2006/main">
              <a:ext uri="{FF2B5EF4-FFF2-40B4-BE49-F238E27FC236}">
                <a16:creationId xmlns:a16="http://schemas.microsoft.com/office/drawing/2014/main" id="{AD22661A-023D-4C93-BB8B-B62B72A3252E}"/>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08</a:t>
            </a:r>
          </a:p>
        </p:txBody>
      </p:sp>
      <p:pic>
        <p:nvPicPr>
          <p:cNvPr id="5" name="">
            <a:extLst xmlns:a="http://schemas.openxmlformats.org/drawingml/2006/main">
              <a:ext uri="{FF2B5EF4-FFF2-40B4-BE49-F238E27FC236}">
                <a16:creationId xmlns:a16="http://schemas.microsoft.com/office/drawing/2014/main" id="{5C53CBBD-1F9A-4463-8CBA-5CAD9C97DBFF}"/>
              </a:ext>
            </a:extLst>
          </p:cNvPr>
          <p:cNvPicPr>
            <a:picLocks xmlns:a="http://schemas.openxmlformats.org/drawingml/2006/main" noChangeAspect="1"/>
          </p:cNvPicPr>
          <p:nvPr/>
        </p:nvPicPr>
        <p:blipFill>
          <a:blip xmlns:r="http://schemas.openxmlformats.org/officeDocument/2006/relationships" xmlns:a="http://schemas.openxmlformats.org/drawingml/2006/main" r:embed="Rae59a99ae2c24825"/>
          <a:stretch xmlns:a="http://schemas.openxmlformats.org/drawingml/2006/main"/>
        </p:blipFill>
        <p:spPr>
          <a:xfrm xmlns:a="http://schemas.openxmlformats.org/drawingml/2006/main">
            <a:off x="829576" y="1733550"/>
            <a:ext cx="3560549" cy="4191000"/>
          </a:xfrm>
          <a:prstGeom xmlns:a="http://schemas.openxmlformats.org/drawingml/2006/main" prst="rect">
            <a:avLst/>
          </a:prstGeom>
        </p:spPr>
      </p:pic>
      <p:sp>
        <p:nvSpPr>
          <p:cNvPr id="6" name="r6  Approve the handover">
            <a:extLst xmlns:a="http://schemas.openxmlformats.org/drawingml/2006/main">
              <a:ext uri="{FF2B5EF4-FFF2-40B4-BE49-F238E27FC236}">
                <a16:creationId xmlns:a16="http://schemas.microsoft.com/office/drawing/2014/main" id="{AC949980-DA32-4CA2-A5AE-332ADADBA7BE}"/>
              </a:ext>
            </a:extLst>
          </p:cNvPr>
          <p:cNvSpPr>
            <a:spLocks xmlns:a="http://schemas.openxmlformats.org/drawingml/2006/main" noGrp="1"/>
          </p:cNvSpPr>
          <p:nvPr/>
        </p:nvSpPr>
        <p:spPr>
          <a:xfrm xmlns:a="http://schemas.openxmlformats.org/drawingml/2006/main">
            <a:off x="5095875" y="2057400"/>
            <a:ext cx="6448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23039"/>
                </a:solidFill>
                <a:latin typeface="Calibri"/>
                <a:ea typeface="Calibri"/>
                <a:cs typeface="Calibri"/>
              </a:defRPr>
            </a:defPPr>
            <a:lvl1pPr algn="l">
              <a:defRPr sz="2550" b="1">
                <a:solidFill>
                  <a:srgbClr val="123039"/>
                </a:solidFill>
                <a:latin typeface="Calibri"/>
                <a:ea typeface="Calibri"/>
                <a:cs typeface="Calibri"/>
              </a:defRPr>
            </a:lvl1pPr>
            <a:lvl2pPr algn="l">
              <a:defRPr sz="2550" b="1">
                <a:solidFill>
                  <a:srgbClr val="123039"/>
                </a:solidFill>
                <a:latin typeface="Calibri"/>
                <a:ea typeface="Calibri"/>
                <a:cs typeface="Calibri"/>
              </a:defRPr>
            </a:lvl2pPr>
            <a:lvl3pPr algn="l">
              <a:defRPr sz="2550" b="1">
                <a:solidFill>
                  <a:srgbClr val="123039"/>
                </a:solidFill>
                <a:latin typeface="Calibri"/>
                <a:ea typeface="Calibri"/>
                <a:cs typeface="Calibri"/>
              </a:defRPr>
            </a:lvl3pPr>
            <a:lvl4pPr algn="l">
              <a:defRPr sz="2550" b="1">
                <a:solidFill>
                  <a:srgbClr val="123039"/>
                </a:solidFill>
                <a:latin typeface="Calibri"/>
                <a:ea typeface="Calibri"/>
                <a:cs typeface="Calibri"/>
              </a:defRPr>
            </a:lvl4pPr>
            <a:lvl5pPr algn="l">
              <a:defRPr sz="2550" b="1">
                <a:solidFill>
                  <a:srgbClr val="123039"/>
                </a:solidFill>
                <a:latin typeface="Calibri"/>
                <a:ea typeface="Calibri"/>
                <a:cs typeface="Calibri"/>
              </a:defRPr>
            </a:lvl5pPr>
            <a:lvl6pPr algn="l">
              <a:defRPr sz="2550" b="1">
                <a:solidFill>
                  <a:srgbClr val="123039"/>
                </a:solidFill>
                <a:latin typeface="Calibri"/>
                <a:ea typeface="Calibri"/>
                <a:cs typeface="Calibri"/>
              </a:defRPr>
            </a:lvl6pPr>
            <a:lvl7pPr algn="l">
              <a:defRPr sz="2550" b="1">
                <a:solidFill>
                  <a:srgbClr val="123039"/>
                </a:solidFill>
                <a:latin typeface="Calibri"/>
                <a:ea typeface="Calibri"/>
                <a:cs typeface="Calibri"/>
              </a:defRPr>
            </a:lvl7pPr>
            <a:lvl8pPr algn="l">
              <a:defRPr sz="2550" b="1">
                <a:solidFill>
                  <a:srgbClr val="123039"/>
                </a:solidFill>
                <a:latin typeface="Calibri"/>
                <a:ea typeface="Calibri"/>
                <a:cs typeface="Calibri"/>
              </a:defRPr>
            </a:lvl8pPr>
            <a:lvl9pPr algn="l">
              <a:defRPr sz="2550" b="1">
                <a:solidFill>
                  <a:srgbClr val="123039"/>
                </a:solidFill>
                <a:latin typeface="Calibri"/>
                <a:ea typeface="Calibri"/>
                <a:cs typeface="Calibri"/>
              </a:defRPr>
            </a:lvl9pPr>
          </a:lstStyle>
          <a:p xmlns:a="http://schemas.openxmlformats.org/drawingml/2006/main">
            <a:pPr algn="l">
              <a:defRPr sz="2550" b="1">
                <a:solidFill>
                  <a:srgbClr val="123039"/>
                </a:solidFill>
                <a:latin typeface="Calibri"/>
                <a:ea typeface="Calibri"/>
                <a:cs typeface="Calibri"/>
              </a:defRPr>
            </a:pPr>
            <a:r>
              <a:rPr sz="2550" b="1">
                <a:solidFill>
                  <a:srgbClr val="123039"/>
                </a:solidFill>
                <a:latin typeface="Calibri"/>
                <a:ea typeface="Calibri"/>
                <a:cs typeface="Calibri"/>
              </a:rPr>
              <a:t>r6  Approve the handover</a:t>
            </a:r>
          </a:p>
        </p:txBody>
      </p:sp>
      <p:sp>
        <p:nvSpPr>
          <p:cNvPr id="7" name="r7  Restore the earlier snapshot">
            <a:extLst xmlns:a="http://schemas.openxmlformats.org/drawingml/2006/main">
              <a:ext uri="{FF2B5EF4-FFF2-40B4-BE49-F238E27FC236}">
                <a16:creationId xmlns:a16="http://schemas.microsoft.com/office/drawing/2014/main" id="{859EC35F-E848-455A-BE01-4B35257BE873}"/>
              </a:ext>
            </a:extLst>
          </p:cNvPr>
          <p:cNvSpPr>
            <a:spLocks xmlns:a="http://schemas.openxmlformats.org/drawingml/2006/main" noGrp="1"/>
          </p:cNvSpPr>
          <p:nvPr/>
        </p:nvSpPr>
        <p:spPr>
          <a:xfrm xmlns:a="http://schemas.openxmlformats.org/drawingml/2006/main">
            <a:off x="5095875" y="3076575"/>
            <a:ext cx="6448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247A70"/>
                </a:solidFill>
                <a:latin typeface="Calibri"/>
                <a:ea typeface="Calibri"/>
                <a:cs typeface="Calibri"/>
              </a:defRPr>
            </a:defPPr>
            <a:lvl1pPr algn="l">
              <a:defRPr sz="2550" b="1">
                <a:solidFill>
                  <a:srgbClr val="247A70"/>
                </a:solidFill>
                <a:latin typeface="Calibri"/>
                <a:ea typeface="Calibri"/>
                <a:cs typeface="Calibri"/>
              </a:defRPr>
            </a:lvl1pPr>
            <a:lvl2pPr algn="l">
              <a:defRPr sz="2550" b="1">
                <a:solidFill>
                  <a:srgbClr val="247A70"/>
                </a:solidFill>
                <a:latin typeface="Calibri"/>
                <a:ea typeface="Calibri"/>
                <a:cs typeface="Calibri"/>
              </a:defRPr>
            </a:lvl2pPr>
            <a:lvl3pPr algn="l">
              <a:defRPr sz="2550" b="1">
                <a:solidFill>
                  <a:srgbClr val="247A70"/>
                </a:solidFill>
                <a:latin typeface="Calibri"/>
                <a:ea typeface="Calibri"/>
                <a:cs typeface="Calibri"/>
              </a:defRPr>
            </a:lvl3pPr>
            <a:lvl4pPr algn="l">
              <a:defRPr sz="2550" b="1">
                <a:solidFill>
                  <a:srgbClr val="247A70"/>
                </a:solidFill>
                <a:latin typeface="Calibri"/>
                <a:ea typeface="Calibri"/>
                <a:cs typeface="Calibri"/>
              </a:defRPr>
            </a:lvl4pPr>
            <a:lvl5pPr algn="l">
              <a:defRPr sz="2550" b="1">
                <a:solidFill>
                  <a:srgbClr val="247A70"/>
                </a:solidFill>
                <a:latin typeface="Calibri"/>
                <a:ea typeface="Calibri"/>
                <a:cs typeface="Calibri"/>
              </a:defRPr>
            </a:lvl5pPr>
            <a:lvl6pPr algn="l">
              <a:defRPr sz="2550" b="1">
                <a:solidFill>
                  <a:srgbClr val="247A70"/>
                </a:solidFill>
                <a:latin typeface="Calibri"/>
                <a:ea typeface="Calibri"/>
                <a:cs typeface="Calibri"/>
              </a:defRPr>
            </a:lvl6pPr>
            <a:lvl7pPr algn="l">
              <a:defRPr sz="2550" b="1">
                <a:solidFill>
                  <a:srgbClr val="247A70"/>
                </a:solidFill>
                <a:latin typeface="Calibri"/>
                <a:ea typeface="Calibri"/>
                <a:cs typeface="Calibri"/>
              </a:defRPr>
            </a:lvl7pPr>
            <a:lvl8pPr algn="l">
              <a:defRPr sz="2550" b="1">
                <a:solidFill>
                  <a:srgbClr val="247A70"/>
                </a:solidFill>
                <a:latin typeface="Calibri"/>
                <a:ea typeface="Calibri"/>
                <a:cs typeface="Calibri"/>
              </a:defRPr>
            </a:lvl8pPr>
            <a:lvl9pPr algn="l">
              <a:defRPr sz="2550" b="1">
                <a:solidFill>
                  <a:srgbClr val="247A70"/>
                </a:solidFill>
                <a:latin typeface="Calibri"/>
                <a:ea typeface="Calibri"/>
                <a:cs typeface="Calibri"/>
              </a:defRPr>
            </a:lvl9pPr>
          </a:lstStyle>
          <a:p xmlns:a="http://schemas.openxmlformats.org/drawingml/2006/main">
            <a:pPr algn="l">
              <a:defRPr sz="2550" b="1">
                <a:solidFill>
                  <a:srgbClr val="247A70"/>
                </a:solidFill>
                <a:latin typeface="Calibri"/>
                <a:ea typeface="Calibri"/>
                <a:cs typeface="Calibri"/>
              </a:defRPr>
            </a:pPr>
            <a:r>
              <a:rPr sz="2550" b="1">
                <a:solidFill>
                  <a:srgbClr val="247A70"/>
                </a:solidFill>
                <a:latin typeface="Calibri"/>
                <a:ea typeface="Calibri"/>
                <a:cs typeface="Calibri"/>
              </a:rPr>
              <a:t>r7  Restore the earlier snapshot</a:t>
            </a:r>
          </a:p>
        </p:txBody>
      </p:sp>
      <p:sp>
        <p:nvSpPr>
          <p:cNvPr id="8" name="r8  Reapply the handover">
            <a:extLst xmlns:a="http://schemas.openxmlformats.org/drawingml/2006/main">
              <a:ext uri="{FF2B5EF4-FFF2-40B4-BE49-F238E27FC236}">
                <a16:creationId xmlns:a16="http://schemas.microsoft.com/office/drawing/2014/main" id="{1825031E-D9EA-4EFC-9207-F8BE5ABBB63E}"/>
              </a:ext>
            </a:extLst>
          </p:cNvPr>
          <p:cNvSpPr>
            <a:spLocks xmlns:a="http://schemas.openxmlformats.org/drawingml/2006/main" noGrp="1"/>
          </p:cNvSpPr>
          <p:nvPr/>
        </p:nvSpPr>
        <p:spPr>
          <a:xfrm xmlns:a="http://schemas.openxmlformats.org/drawingml/2006/main">
            <a:off x="5095875" y="4095750"/>
            <a:ext cx="64484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550" b="1">
                <a:solidFill>
                  <a:srgbClr val="123039"/>
                </a:solidFill>
                <a:latin typeface="Calibri"/>
                <a:ea typeface="Calibri"/>
                <a:cs typeface="Calibri"/>
              </a:defRPr>
            </a:defPPr>
            <a:lvl1pPr algn="l">
              <a:defRPr sz="2550" b="1">
                <a:solidFill>
                  <a:srgbClr val="123039"/>
                </a:solidFill>
                <a:latin typeface="Calibri"/>
                <a:ea typeface="Calibri"/>
                <a:cs typeface="Calibri"/>
              </a:defRPr>
            </a:lvl1pPr>
            <a:lvl2pPr algn="l">
              <a:defRPr sz="2550" b="1">
                <a:solidFill>
                  <a:srgbClr val="123039"/>
                </a:solidFill>
                <a:latin typeface="Calibri"/>
                <a:ea typeface="Calibri"/>
                <a:cs typeface="Calibri"/>
              </a:defRPr>
            </a:lvl2pPr>
            <a:lvl3pPr algn="l">
              <a:defRPr sz="2550" b="1">
                <a:solidFill>
                  <a:srgbClr val="123039"/>
                </a:solidFill>
                <a:latin typeface="Calibri"/>
                <a:ea typeface="Calibri"/>
                <a:cs typeface="Calibri"/>
              </a:defRPr>
            </a:lvl3pPr>
            <a:lvl4pPr algn="l">
              <a:defRPr sz="2550" b="1">
                <a:solidFill>
                  <a:srgbClr val="123039"/>
                </a:solidFill>
                <a:latin typeface="Calibri"/>
                <a:ea typeface="Calibri"/>
                <a:cs typeface="Calibri"/>
              </a:defRPr>
            </a:lvl4pPr>
            <a:lvl5pPr algn="l">
              <a:defRPr sz="2550" b="1">
                <a:solidFill>
                  <a:srgbClr val="123039"/>
                </a:solidFill>
                <a:latin typeface="Calibri"/>
                <a:ea typeface="Calibri"/>
                <a:cs typeface="Calibri"/>
              </a:defRPr>
            </a:lvl5pPr>
            <a:lvl6pPr algn="l">
              <a:defRPr sz="2550" b="1">
                <a:solidFill>
                  <a:srgbClr val="123039"/>
                </a:solidFill>
                <a:latin typeface="Calibri"/>
                <a:ea typeface="Calibri"/>
                <a:cs typeface="Calibri"/>
              </a:defRPr>
            </a:lvl6pPr>
            <a:lvl7pPr algn="l">
              <a:defRPr sz="2550" b="1">
                <a:solidFill>
                  <a:srgbClr val="123039"/>
                </a:solidFill>
                <a:latin typeface="Calibri"/>
                <a:ea typeface="Calibri"/>
                <a:cs typeface="Calibri"/>
              </a:defRPr>
            </a:lvl7pPr>
            <a:lvl8pPr algn="l">
              <a:defRPr sz="2550" b="1">
                <a:solidFill>
                  <a:srgbClr val="123039"/>
                </a:solidFill>
                <a:latin typeface="Calibri"/>
                <a:ea typeface="Calibri"/>
                <a:cs typeface="Calibri"/>
              </a:defRPr>
            </a:lvl8pPr>
            <a:lvl9pPr algn="l">
              <a:defRPr sz="2550" b="1">
                <a:solidFill>
                  <a:srgbClr val="123039"/>
                </a:solidFill>
                <a:latin typeface="Calibri"/>
                <a:ea typeface="Calibri"/>
                <a:cs typeface="Calibri"/>
              </a:defRPr>
            </a:lvl9pPr>
          </a:lstStyle>
          <a:p xmlns:a="http://schemas.openxmlformats.org/drawingml/2006/main">
            <a:pPr algn="l">
              <a:defRPr sz="2550" b="1">
                <a:solidFill>
                  <a:srgbClr val="123039"/>
                </a:solidFill>
                <a:latin typeface="Calibri"/>
                <a:ea typeface="Calibri"/>
                <a:cs typeface="Calibri"/>
              </a:defRPr>
            </a:pPr>
            <a:r>
              <a:rPr sz="2550" b="1">
                <a:solidFill>
                  <a:srgbClr val="123039"/>
                </a:solidFill>
                <a:latin typeface="Calibri"/>
                <a:ea typeface="Calibri"/>
                <a:cs typeface="Calibri"/>
              </a:rPr>
              <a:t>r8  Reapply the handover</a:t>
            </a:r>
          </a:p>
        </p:txBody>
      </p:sp>
      <p:sp>
        <p:nvSpPr>
          <p:cNvPr id="9" name="Competing approval rejected: HTTP 409&#10;Each stored answer keeps its original revi">
            <a:extLst xmlns:a="http://schemas.openxmlformats.org/drawingml/2006/main">
              <a:ext uri="{FF2B5EF4-FFF2-40B4-BE49-F238E27FC236}">
                <a16:creationId xmlns:a16="http://schemas.microsoft.com/office/drawing/2014/main" id="{E28C38F9-FB38-4971-8B04-E18B084DDC09}"/>
              </a:ext>
            </a:extLst>
          </p:cNvPr>
          <p:cNvSpPr>
            <a:spLocks xmlns:a="http://schemas.openxmlformats.org/drawingml/2006/main" noGrp="1"/>
          </p:cNvSpPr>
          <p:nvPr/>
        </p:nvSpPr>
        <p:spPr>
          <a:xfrm xmlns:a="http://schemas.openxmlformats.org/drawingml/2006/main">
            <a:off x="5095875" y="5095875"/>
            <a:ext cx="644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76969"/>
                </a:solidFill>
                <a:latin typeface="Calibri"/>
                <a:ea typeface="Calibri"/>
                <a:cs typeface="Calibri"/>
              </a:defRPr>
            </a:defPPr>
            <a:lvl1pPr algn="l">
              <a:defRPr sz="1950" b="0">
                <a:solidFill>
                  <a:srgbClr val="576969"/>
                </a:solidFill>
                <a:latin typeface="Calibri"/>
                <a:ea typeface="Calibri"/>
                <a:cs typeface="Calibri"/>
              </a:defRPr>
            </a:lvl1pPr>
            <a:lvl2pPr algn="l">
              <a:defRPr sz="1950" b="0">
                <a:solidFill>
                  <a:srgbClr val="576969"/>
                </a:solidFill>
                <a:latin typeface="Calibri"/>
                <a:ea typeface="Calibri"/>
                <a:cs typeface="Calibri"/>
              </a:defRPr>
            </a:lvl2pPr>
            <a:lvl3pPr algn="l">
              <a:defRPr sz="1950" b="0">
                <a:solidFill>
                  <a:srgbClr val="576969"/>
                </a:solidFill>
                <a:latin typeface="Calibri"/>
                <a:ea typeface="Calibri"/>
                <a:cs typeface="Calibri"/>
              </a:defRPr>
            </a:lvl3pPr>
            <a:lvl4pPr algn="l">
              <a:defRPr sz="1950" b="0">
                <a:solidFill>
                  <a:srgbClr val="576969"/>
                </a:solidFill>
                <a:latin typeface="Calibri"/>
                <a:ea typeface="Calibri"/>
                <a:cs typeface="Calibri"/>
              </a:defRPr>
            </a:lvl4pPr>
            <a:lvl5pPr algn="l">
              <a:defRPr sz="1950" b="0">
                <a:solidFill>
                  <a:srgbClr val="576969"/>
                </a:solidFill>
                <a:latin typeface="Calibri"/>
                <a:ea typeface="Calibri"/>
                <a:cs typeface="Calibri"/>
              </a:defRPr>
            </a:lvl5pPr>
            <a:lvl6pPr algn="l">
              <a:defRPr sz="1950" b="0">
                <a:solidFill>
                  <a:srgbClr val="576969"/>
                </a:solidFill>
                <a:latin typeface="Calibri"/>
                <a:ea typeface="Calibri"/>
                <a:cs typeface="Calibri"/>
              </a:defRPr>
            </a:lvl6pPr>
            <a:lvl7pPr algn="l">
              <a:defRPr sz="1950" b="0">
                <a:solidFill>
                  <a:srgbClr val="576969"/>
                </a:solidFill>
                <a:latin typeface="Calibri"/>
                <a:ea typeface="Calibri"/>
                <a:cs typeface="Calibri"/>
              </a:defRPr>
            </a:lvl7pPr>
            <a:lvl8pPr algn="l">
              <a:defRPr sz="1950" b="0">
                <a:solidFill>
                  <a:srgbClr val="576969"/>
                </a:solidFill>
                <a:latin typeface="Calibri"/>
                <a:ea typeface="Calibri"/>
                <a:cs typeface="Calibri"/>
              </a:defRPr>
            </a:lvl8pPr>
            <a:lvl9pPr algn="l">
              <a:defRPr sz="1950" b="0">
                <a:solidFill>
                  <a:srgbClr val="576969"/>
                </a:solidFill>
                <a:latin typeface="Calibri"/>
                <a:ea typeface="Calibri"/>
                <a:cs typeface="Calibri"/>
              </a:defRPr>
            </a:lvl9pPr>
          </a:lstStyle>
          <a:p xmlns:a="http://schemas.openxmlformats.org/drawingml/2006/main">
            <a:pPr algn="l">
              <a:defRPr sz="1950" b="0">
                <a:solidFill>
                  <a:srgbClr val="576969"/>
                </a:solidFill>
                <a:latin typeface="Calibri"/>
                <a:ea typeface="Calibri"/>
                <a:cs typeface="Calibri"/>
              </a:defRPr>
            </a:pPr>
            <a:r>
              <a:rPr sz="1950" b="0">
                <a:solidFill>
                  <a:srgbClr val="576969"/>
                </a:solidFill>
                <a:latin typeface="Calibri"/>
                <a:ea typeface="Calibri"/>
                <a:cs typeface="Calibri"/>
              </a:rPr>
              <a:t>Competing approval rejected: HTTP 409</a:t>
            </a:r>
          </a:p>
          <a:p xmlns:a="http://schemas.openxmlformats.org/drawingml/2006/main">
            <a:pPr algn="l">
              <a:defRPr sz="1950" b="0">
                <a:solidFill>
                  <a:srgbClr val="576969"/>
                </a:solidFill>
                <a:latin typeface="Calibri"/>
                <a:ea typeface="Calibri"/>
                <a:cs typeface="Calibri"/>
              </a:defRPr>
            </a:pPr>
            <a:r>
              <a:rPr sz="1950" b="0">
                <a:solidFill>
                  <a:srgbClr val="576969"/>
                </a:solidFill>
                <a:latin typeface="Calibri"/>
                <a:ea typeface="Calibri"/>
                <a:cs typeface="Calibri"/>
              </a:rPr>
              <a:t>Each stored answer keeps its original revision.</a:t>
            </a:r>
          </a:p>
        </p:txBody>
      </p:sp>
      <p:sp>
        <p:nvSpPr>
          <p:cNvPr id="10" name="Rollback restores an earlier local reference snapshot. The historical event itse">
            <a:extLst xmlns:a="http://schemas.openxmlformats.org/drawingml/2006/main">
              <a:ext uri="{FF2B5EF4-FFF2-40B4-BE49-F238E27FC236}">
                <a16:creationId xmlns:a16="http://schemas.microsoft.com/office/drawing/2014/main" id="{82355094-D171-48DC-BACB-B69A6C9D59A6}"/>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Rollback restores an earlier local reference snapshot. The historical event itself is unchanged.</a:t>
            </a:r>
          </a:p>
        </p:txBody>
      </p:sp>
    </p:spTree>
    <p:extLst>
      <p:ext uri="{BB962C8B-B14F-4D97-AF65-F5344CB8AC3E}">
        <p14:creationId xmlns:p14="http://schemas.microsoft.com/office/powerpoint/2010/main" val="1075183860"/>
      </p:ext>
    </p:extLst>
  </p:cSld>
  <p:transition advClick="0" advTm="25000"/>
</p:sld>
</file>

<file path=ppt/slides/slide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Experimental design">
            <a:extLst xmlns:a="http://schemas.openxmlformats.org/drawingml/2006/main">
              <a:ext uri="{FF2B5EF4-FFF2-40B4-BE49-F238E27FC236}">
                <a16:creationId xmlns:a16="http://schemas.microsoft.com/office/drawing/2014/main" id="{A225598D-9FE3-4CE9-8A32-B1A4EAA73201}"/>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Experimental design</a:t>
            </a:r>
          </a:p>
        </p:txBody>
      </p:sp>
      <p:sp>
        <p:nvSpPr>
          <p:cNvPr id="2" name="Controlled fictional operations handbooks, with explicit ground truth.">
            <a:extLst xmlns:a="http://schemas.openxmlformats.org/drawingml/2006/main">
              <a:ext uri="{FF2B5EF4-FFF2-40B4-BE49-F238E27FC236}">
                <a16:creationId xmlns:a16="http://schemas.microsoft.com/office/drawing/2014/main" id="{B6037205-D4CA-4CE6-ABDC-5994C2A31E85}"/>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Controlled fictional operations handbooks, with explicit ground truth.</a:t>
            </a:r>
          </a:p>
        </p:txBody>
      </p:sp>
      <p:sp>
        <p:nvSpPr>
          <p:cNvPr id="3" name="Verity">
            <a:extLst xmlns:a="http://schemas.openxmlformats.org/drawingml/2006/main">
              <a:ext uri="{FF2B5EF4-FFF2-40B4-BE49-F238E27FC236}">
                <a16:creationId xmlns:a16="http://schemas.microsoft.com/office/drawing/2014/main" id="{642C51B8-13BF-453B-9F1F-00A37963B326}"/>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09">
            <a:extLst xmlns:a="http://schemas.openxmlformats.org/drawingml/2006/main">
              <a:ext uri="{FF2B5EF4-FFF2-40B4-BE49-F238E27FC236}">
                <a16:creationId xmlns:a16="http://schemas.microsoft.com/office/drawing/2014/main" id="{CE895230-76D9-4A7E-BCCA-5C4E56BC3DEE}"/>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09</a:t>
            </a:r>
          </a:p>
        </p:txBody>
      </p:sp>
      <p:graphicFrame>
        <p:nvGraphicFramePr>
          <p:cNvPr id="5" name="">
            <a:extLst xmlns:a="http://schemas.openxmlformats.org/drawingml/2006/main">
              <a:ext uri="{FF2B5EF4-FFF2-40B4-BE49-F238E27FC236}">
                <a16:creationId xmlns:a16="http://schemas.microsoft.com/office/drawing/2014/main" id="{41DF90D9-0ECB-4F93-9636-36AC3191C4E3}"/>
              </a:ext>
            </a:extLst>
          </p:cNvPr>
          <p:cNvGraphicFramePr/>
          <p:nvPr/>
        </p:nvGraphicFramePr>
        <p:xfrm>
          <a:off xmlns:a="http://schemas.openxmlformats.org/drawingml/2006/main" x="609600" y="2114550"/>
          <a:ext xmlns:a="http://schemas.openxmlformats.org/drawingml/2006/main" cx="10972800" cy="2076450"/>
        </p:xfrm>
        <a:graphic xmlns:a="http://schemas.openxmlformats.org/drawingml/2006/main">
          <a:graphicData uri="http://schemas.openxmlformats.org/drawingml/2006/table">
            <a:tbl>
              <a:tblPr/>
              <a:tblGrid>
                <a:gridCol w="3238500"/>
                <a:gridCol w="1943100"/>
                <a:gridCol w="2428875"/>
                <a:gridCol w="3362325"/>
              </a:tblGrid>
              <a:tr h="692150">
                <a:tc>
                  <a:txBody>
                    <a:bodyPr lIns="114300" tIns="114300" rIns="114300" bIns="114300"/>
                    <a:lstStyle/>
                    <a:p>
                      <a:r>
                        <a:rPr sz="2025" b="1">
                          <a:solidFill>
                            <a:srgbClr val="123039"/>
                          </a:solidFill>
                          <a:latin typeface="Calibri"/>
                          <a:ea typeface="Calibri"/>
                          <a:cs typeface="Calibri"/>
                        </a:rPr>
                        <a:t>Study</a:t>
                      </a:r>
                    </a:p>
                  </a:txBody>
                  <a:tcPr marL="91440" marR="91440" marT="45720" marB="45720" anchor="ctr">
                    <a:lnL w="9525">
                      <a:solidFill>
                        <a:srgbClr val="D7DFDA"/>
                      </a:solidFill>
                      <a:prstDash val="solid"/>
                    </a:lnL>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114300" tIns="114300" rIns="114300" bIns="114300"/>
                    <a:lstStyle/>
                    <a:p>
                      <a:r>
                        <a:rPr sz="2025" b="1">
                          <a:solidFill>
                            <a:srgbClr val="123039"/>
                          </a:solidFill>
                          <a:latin typeface="Calibri"/>
                          <a:ea typeface="Calibri"/>
                          <a:cs typeface="Calibri"/>
                        </a:rPr>
                        <a:t>Facts / world</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114300" tIns="114300" rIns="114300" bIns="114300"/>
                    <a:lstStyle/>
                    <a:p>
                      <a:r>
                        <a:rPr sz="2025" b="1">
                          <a:solidFill>
                            <a:srgbClr val="123039"/>
                          </a:solidFill>
                          <a:latin typeface="Calibri"/>
                          <a:ea typeface="Calibri"/>
                          <a:cs typeface="Calibri"/>
                        </a:rPr>
                        <a:t>Question depth</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c>
                  <a:txBody>
                    <a:bodyPr lIns="114300" tIns="114300" rIns="114300" bIns="114300"/>
                    <a:lstStyle/>
                    <a:p>
                      <a:r>
                        <a:rPr sz="2025" b="1">
                          <a:solidFill>
                            <a:srgbClr val="123039"/>
                          </a:solidFill>
                          <a:latin typeface="Calibri"/>
                          <a:ea typeface="Calibri"/>
                          <a:cs typeface="Calibri"/>
                        </a:rPr>
                        <a:t>Main questions / condition</a:t>
                      </a:r>
                    </a:p>
                  </a:txBody>
                  <a:tcPr marL="91440" marR="91440" marT="45720" marB="45720" anchor="ctr">
                    <a:lnR w="9525">
                      <a:solidFill>
                        <a:srgbClr val="D7DFDA"/>
                      </a:solidFill>
                      <a:prstDash val="solid"/>
                    </a:lnR>
                    <a:lnT w="9525">
                      <a:solidFill>
                        <a:srgbClr val="D7DFDA"/>
                      </a:solidFill>
                      <a:prstDash val="solid"/>
                    </a:lnT>
                    <a:lnB w="9525">
                      <a:solidFill>
                        <a:srgbClr val="D7DFDA"/>
                      </a:solidFill>
                      <a:prstDash val="solid"/>
                    </a:lnB>
                    <a:solidFill>
                      <a:srgbClr val="E7EEEA"/>
                    </a:solidFill>
                  </a:tcPr>
                </a:tc>
              </a:tr>
              <a:tr h="692150">
                <a:tc>
                  <a:txBody>
                    <a:bodyPr lIns="114300" tIns="114300" rIns="114300" bIns="114300"/>
                    <a:lstStyle/>
                    <a:p>
                      <a:r>
                        <a:rPr sz="2025" b="0">
                          <a:solidFill>
                            <a:srgbClr val="123039"/>
                          </a:solidFill>
                          <a:latin typeface="Calibri"/>
                          <a:ea typeface="Calibri"/>
                          <a:cs typeface="Calibri"/>
                        </a:rPr>
                        <a:t>Original operations</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114300" tIns="114300" rIns="114300" bIns="114300"/>
                    <a:lstStyle/>
                    <a:p>
                      <a:r>
                        <a:rPr sz="2025" b="0">
                          <a:solidFill>
                            <a:srgbClr val="123039"/>
                          </a:solidFill>
                          <a:latin typeface="Calibri"/>
                          <a:ea typeface="Calibri"/>
                          <a:cs typeface="Calibri"/>
                        </a:rPr>
                        <a:t>9</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114300" tIns="114300" rIns="114300" bIns="114300"/>
                    <a:lstStyle/>
                    <a:p>
                      <a:r>
                        <a:rPr sz="2025" b="0">
                          <a:solidFill>
                            <a:srgbClr val="123039"/>
                          </a:solidFill>
                          <a:latin typeface="Calibri"/>
                          <a:ea typeface="Calibri"/>
                          <a:cs typeface="Calibri"/>
                        </a:rPr>
                        <a:t>Up to 2 hops</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114300" tIns="114300" rIns="114300" bIns="114300"/>
                    <a:lstStyle/>
                    <a:p>
                      <a:r>
                        <a:rPr sz="2025" b="0">
                          <a:solidFill>
                            <a:srgbClr val="123039"/>
                          </a:solidFill>
                          <a:latin typeface="Calibri"/>
                          <a:ea typeface="Calibri"/>
                          <a:cs typeface="Calibri"/>
                        </a:rPr>
                        <a:t>256</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r h="692150">
                <a:tc>
                  <a:txBody>
                    <a:bodyPr lIns="114300" tIns="114300" rIns="114300" bIns="114300"/>
                    <a:lstStyle/>
                    <a:p>
                      <a:r>
                        <a:rPr sz="2025" b="0">
                          <a:solidFill>
                            <a:srgbClr val="123039"/>
                          </a:solidFill>
                          <a:latin typeface="Calibri"/>
                          <a:ea typeface="Calibri"/>
                          <a:cs typeface="Calibri"/>
                        </a:rPr>
                        <a:t>Depth challenge</a:t>
                      </a:r>
                    </a:p>
                  </a:txBody>
                  <a:tcPr marL="91440" marR="91440" marT="45720" marB="45720" anchor="ctr">
                    <a:lnL w="9525">
                      <a:solidFill>
                        <a:srgbClr val="D7DFDA"/>
                      </a:solidFill>
                      <a:prstDash val="solid"/>
                    </a:lnL>
                    <a:lnR w="9525">
                      <a:solidFill>
                        <a:srgbClr val="D7DFDA"/>
                      </a:solidFill>
                      <a:prstDash val="solid"/>
                    </a:lnR>
                    <a:lnB w="9525">
                      <a:solidFill>
                        <a:srgbClr val="D7DFDA"/>
                      </a:solidFill>
                      <a:prstDash val="solid"/>
                    </a:lnB>
                    <a:solidFill>
                      <a:srgbClr val="F8F6F1"/>
                    </a:solidFill>
                  </a:tcPr>
                </a:tc>
                <a:tc>
                  <a:txBody>
                    <a:bodyPr lIns="114300" tIns="114300" rIns="114300" bIns="114300"/>
                    <a:lstStyle/>
                    <a:p>
                      <a:r>
                        <a:rPr sz="2025" b="0">
                          <a:solidFill>
                            <a:srgbClr val="123039"/>
                          </a:solidFill>
                          <a:latin typeface="Calibri"/>
                          <a:ea typeface="Calibri"/>
                          <a:cs typeface="Calibri"/>
                        </a:rPr>
                        <a:t>12</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114300" tIns="114300" rIns="114300" bIns="114300"/>
                    <a:lstStyle/>
                    <a:p>
                      <a:r>
                        <a:rPr sz="2025" b="0">
                          <a:solidFill>
                            <a:srgbClr val="123039"/>
                          </a:solidFill>
                          <a:latin typeface="Calibri"/>
                          <a:ea typeface="Calibri"/>
                          <a:cs typeface="Calibri"/>
                        </a:rPr>
                        <a:t>Up to 3 hops</a:t>
                      </a:r>
                    </a:p>
                  </a:txBody>
                  <a:tcPr marL="91440" marR="91440" marT="45720" marB="45720" anchor="ctr">
                    <a:lnR w="9525">
                      <a:solidFill>
                        <a:srgbClr val="D7DFDA"/>
                      </a:solidFill>
                      <a:prstDash val="solid"/>
                    </a:lnR>
                    <a:lnB w="9525">
                      <a:solidFill>
                        <a:srgbClr val="D7DFDA"/>
                      </a:solidFill>
                      <a:prstDash val="solid"/>
                    </a:lnB>
                    <a:solidFill>
                      <a:srgbClr val="F8F6F1"/>
                    </a:solidFill>
                  </a:tcPr>
                </a:tc>
                <a:tc>
                  <a:txBody>
                    <a:bodyPr lIns="114300" tIns="114300" rIns="114300" bIns="114300"/>
                    <a:lstStyle/>
                    <a:p>
                      <a:r>
                        <a:rPr sz="2025" b="0">
                          <a:solidFill>
                            <a:srgbClr val="123039"/>
                          </a:solidFill>
                          <a:latin typeface="Calibri"/>
                          <a:ea typeface="Calibri"/>
                          <a:cs typeface="Calibri"/>
                        </a:rPr>
                        <a:t>256</a:t>
                      </a:r>
                    </a:p>
                  </a:txBody>
                  <a:tcPr marL="91440" marR="91440" marT="45720" marB="45720" anchor="ctr">
                    <a:lnR w="9525">
                      <a:solidFill>
                        <a:srgbClr val="D7DFDA"/>
                      </a:solidFill>
                      <a:prstDash val="solid"/>
                    </a:lnR>
                    <a:lnB w="9525">
                      <a:solidFill>
                        <a:srgbClr val="D7DFDA"/>
                      </a:solidFill>
                      <a:prstDash val="solid"/>
                    </a:lnB>
                    <a:solidFill>
                      <a:srgbClr val="F8F6F1"/>
                    </a:solidFill>
                  </a:tcPr>
                </a:tc>
              </a:tr>
            </a:tbl>
          </a:graphicData>
        </a:graphic>
      </p:graphicFrame>
      <p:sp>
        <p:nvSpPr>
          <p:cNvPr id="6" name="48 worlds per study: 16 development, 32 final lineages">
            <a:extLst xmlns:a="http://schemas.openxmlformats.org/drawingml/2006/main">
              <a:ext uri="{FF2B5EF4-FFF2-40B4-BE49-F238E27FC236}">
                <a16:creationId xmlns:a16="http://schemas.microsoft.com/office/drawing/2014/main" id="{8378A60E-21B6-4F68-B69F-243E7C6773C0}"/>
              </a:ext>
            </a:extLst>
          </p:cNvPr>
          <p:cNvSpPr>
            <a:spLocks xmlns:a="http://schemas.openxmlformats.org/drawingml/2006/main" noGrp="1"/>
          </p:cNvSpPr>
          <p:nvPr/>
        </p:nvSpPr>
        <p:spPr>
          <a:xfrm xmlns:a="http://schemas.openxmlformats.org/drawingml/2006/main">
            <a:off x="619125" y="4552950"/>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400" b="1">
                <a:solidFill>
                  <a:srgbClr val="123039"/>
                </a:solidFill>
                <a:latin typeface="Calibri"/>
                <a:ea typeface="Calibri"/>
                <a:cs typeface="Calibri"/>
              </a:defRPr>
            </a:defPPr>
            <a:lvl1pPr algn="l">
              <a:defRPr sz="2400" b="1">
                <a:solidFill>
                  <a:srgbClr val="123039"/>
                </a:solidFill>
                <a:latin typeface="Calibri"/>
                <a:ea typeface="Calibri"/>
                <a:cs typeface="Calibri"/>
              </a:defRPr>
            </a:lvl1pPr>
            <a:lvl2pPr algn="l">
              <a:defRPr sz="2400" b="1">
                <a:solidFill>
                  <a:srgbClr val="123039"/>
                </a:solidFill>
                <a:latin typeface="Calibri"/>
                <a:ea typeface="Calibri"/>
                <a:cs typeface="Calibri"/>
              </a:defRPr>
            </a:lvl2pPr>
            <a:lvl3pPr algn="l">
              <a:defRPr sz="2400" b="1">
                <a:solidFill>
                  <a:srgbClr val="123039"/>
                </a:solidFill>
                <a:latin typeface="Calibri"/>
                <a:ea typeface="Calibri"/>
                <a:cs typeface="Calibri"/>
              </a:defRPr>
            </a:lvl3pPr>
            <a:lvl4pPr algn="l">
              <a:defRPr sz="2400" b="1">
                <a:solidFill>
                  <a:srgbClr val="123039"/>
                </a:solidFill>
                <a:latin typeface="Calibri"/>
                <a:ea typeface="Calibri"/>
                <a:cs typeface="Calibri"/>
              </a:defRPr>
            </a:lvl4pPr>
            <a:lvl5pPr algn="l">
              <a:defRPr sz="2400" b="1">
                <a:solidFill>
                  <a:srgbClr val="123039"/>
                </a:solidFill>
                <a:latin typeface="Calibri"/>
                <a:ea typeface="Calibri"/>
                <a:cs typeface="Calibri"/>
              </a:defRPr>
            </a:lvl5pPr>
            <a:lvl6pPr algn="l">
              <a:defRPr sz="2400" b="1">
                <a:solidFill>
                  <a:srgbClr val="123039"/>
                </a:solidFill>
                <a:latin typeface="Calibri"/>
                <a:ea typeface="Calibri"/>
                <a:cs typeface="Calibri"/>
              </a:defRPr>
            </a:lvl6pPr>
            <a:lvl7pPr algn="l">
              <a:defRPr sz="2400" b="1">
                <a:solidFill>
                  <a:srgbClr val="123039"/>
                </a:solidFill>
                <a:latin typeface="Calibri"/>
                <a:ea typeface="Calibri"/>
                <a:cs typeface="Calibri"/>
              </a:defRPr>
            </a:lvl7pPr>
            <a:lvl8pPr algn="l">
              <a:defRPr sz="2400" b="1">
                <a:solidFill>
                  <a:srgbClr val="123039"/>
                </a:solidFill>
                <a:latin typeface="Calibri"/>
                <a:ea typeface="Calibri"/>
                <a:cs typeface="Calibri"/>
              </a:defRPr>
            </a:lvl8pPr>
            <a:lvl9pPr algn="l">
              <a:defRPr sz="2400" b="1">
                <a:solidFill>
                  <a:srgbClr val="123039"/>
                </a:solidFill>
                <a:latin typeface="Calibri"/>
                <a:ea typeface="Calibri"/>
                <a:cs typeface="Calibri"/>
              </a:defRPr>
            </a:lvl9pPr>
          </a:lstStyle>
          <a:p xmlns:a="http://schemas.openxmlformats.org/drawingml/2006/main">
            <a:pPr algn="l">
              <a:defRPr sz="2400" b="1">
                <a:solidFill>
                  <a:srgbClr val="123039"/>
                </a:solidFill>
                <a:latin typeface="Calibri"/>
                <a:ea typeface="Calibri"/>
                <a:cs typeface="Calibri"/>
              </a:defRPr>
            </a:pPr>
            <a:r>
              <a:rPr sz="2400" b="1">
                <a:solidFill>
                  <a:srgbClr val="123039"/>
                </a:solidFill>
                <a:latin typeface="Calibri"/>
                <a:ea typeface="Calibri"/>
                <a:cs typeface="Calibri"/>
              </a:rPr>
              <a:t>48 worlds per study: 16 development, 32 final lineages</a:t>
            </a:r>
          </a:p>
        </p:txBody>
      </p:sp>
      <p:sp>
        <p:nvSpPr>
          <p:cNvPr id="7" name="Matched facts and budgets. Every assigned outcome stays in the score.">
            <a:extLst xmlns:a="http://schemas.openxmlformats.org/drawingml/2006/main">
              <a:ext uri="{FF2B5EF4-FFF2-40B4-BE49-F238E27FC236}">
                <a16:creationId xmlns:a16="http://schemas.microsoft.com/office/drawing/2014/main" id="{2E2DF8F9-C076-47C8-BB1A-FBE2DCA576DB}"/>
              </a:ext>
            </a:extLst>
          </p:cNvPr>
          <p:cNvSpPr>
            <a:spLocks xmlns:a="http://schemas.openxmlformats.org/drawingml/2006/main" noGrp="1"/>
          </p:cNvSpPr>
          <p:nvPr/>
        </p:nvSpPr>
        <p:spPr>
          <a:xfrm xmlns:a="http://schemas.openxmlformats.org/drawingml/2006/main">
            <a:off x="619125" y="5267325"/>
            <a:ext cx="10906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47A70"/>
                </a:solidFill>
                <a:latin typeface="Calibri"/>
                <a:ea typeface="Calibri"/>
                <a:cs typeface="Calibri"/>
              </a:defRPr>
            </a:defPPr>
            <a:lvl1pPr algn="l">
              <a:defRPr sz="2100" b="0">
                <a:solidFill>
                  <a:srgbClr val="247A70"/>
                </a:solidFill>
                <a:latin typeface="Calibri"/>
                <a:ea typeface="Calibri"/>
                <a:cs typeface="Calibri"/>
              </a:defRPr>
            </a:lvl1pPr>
            <a:lvl2pPr algn="l">
              <a:defRPr sz="2100" b="0">
                <a:solidFill>
                  <a:srgbClr val="247A70"/>
                </a:solidFill>
                <a:latin typeface="Calibri"/>
                <a:ea typeface="Calibri"/>
                <a:cs typeface="Calibri"/>
              </a:defRPr>
            </a:lvl2pPr>
            <a:lvl3pPr algn="l">
              <a:defRPr sz="2100" b="0">
                <a:solidFill>
                  <a:srgbClr val="247A70"/>
                </a:solidFill>
                <a:latin typeface="Calibri"/>
                <a:ea typeface="Calibri"/>
                <a:cs typeface="Calibri"/>
              </a:defRPr>
            </a:lvl3pPr>
            <a:lvl4pPr algn="l">
              <a:defRPr sz="2100" b="0">
                <a:solidFill>
                  <a:srgbClr val="247A70"/>
                </a:solidFill>
                <a:latin typeface="Calibri"/>
                <a:ea typeface="Calibri"/>
                <a:cs typeface="Calibri"/>
              </a:defRPr>
            </a:lvl4pPr>
            <a:lvl5pPr algn="l">
              <a:defRPr sz="2100" b="0">
                <a:solidFill>
                  <a:srgbClr val="247A70"/>
                </a:solidFill>
                <a:latin typeface="Calibri"/>
                <a:ea typeface="Calibri"/>
                <a:cs typeface="Calibri"/>
              </a:defRPr>
            </a:lvl5pPr>
            <a:lvl6pPr algn="l">
              <a:defRPr sz="2100" b="0">
                <a:solidFill>
                  <a:srgbClr val="247A70"/>
                </a:solidFill>
                <a:latin typeface="Calibri"/>
                <a:ea typeface="Calibri"/>
                <a:cs typeface="Calibri"/>
              </a:defRPr>
            </a:lvl6pPr>
            <a:lvl7pPr algn="l">
              <a:defRPr sz="2100" b="0">
                <a:solidFill>
                  <a:srgbClr val="247A70"/>
                </a:solidFill>
                <a:latin typeface="Calibri"/>
                <a:ea typeface="Calibri"/>
                <a:cs typeface="Calibri"/>
              </a:defRPr>
            </a:lvl7pPr>
            <a:lvl8pPr algn="l">
              <a:defRPr sz="2100" b="0">
                <a:solidFill>
                  <a:srgbClr val="247A70"/>
                </a:solidFill>
                <a:latin typeface="Calibri"/>
                <a:ea typeface="Calibri"/>
                <a:cs typeface="Calibri"/>
              </a:defRPr>
            </a:lvl8pPr>
            <a:lvl9pPr algn="l">
              <a:defRPr sz="2100" b="0">
                <a:solidFill>
                  <a:srgbClr val="247A70"/>
                </a:solidFill>
                <a:latin typeface="Calibri"/>
                <a:ea typeface="Calibri"/>
                <a:cs typeface="Calibri"/>
              </a:defRPr>
            </a:lvl9pPr>
          </a:lstStyle>
          <a:p xmlns:a="http://schemas.openxmlformats.org/drawingml/2006/main">
            <a:pPr algn="l">
              <a:defRPr sz="2100" b="0">
                <a:solidFill>
                  <a:srgbClr val="247A70"/>
                </a:solidFill>
                <a:latin typeface="Calibri"/>
                <a:ea typeface="Calibri"/>
                <a:cs typeface="Calibri"/>
              </a:defRPr>
            </a:pPr>
            <a:r>
              <a:rPr sz="2100" b="0">
                <a:solidFill>
                  <a:srgbClr val="247A70"/>
                </a:solidFill>
                <a:latin typeface="Calibri"/>
                <a:ea typeface="Calibri"/>
                <a:cs typeface="Calibri"/>
              </a:rPr>
              <a:t>Matched facts and budgets. Every assigned outcome stays in the score.</a:t>
            </a:r>
          </a:p>
        </p:txBody>
      </p:sp>
      <p:sp>
        <p:nvSpPr>
          <p:cNvPr id="8" name="Lineages split before variants. Labels were automatically audited. The sourced d">
            <a:extLst xmlns:a="http://schemas.openxmlformats.org/drawingml/2006/main">
              <a:ext uri="{FF2B5EF4-FFF2-40B4-BE49-F238E27FC236}">
                <a16:creationId xmlns:a16="http://schemas.microsoft.com/office/drawing/2014/main" id="{4CE9DA38-E218-40B8-A741-515275F836A8}"/>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Lineages split before variants. Labels were automatically audited. The sourced demo is a separate population.</a:t>
            </a:r>
          </a:p>
        </p:txBody>
      </p:sp>
    </p:spTree>
    <p:extLst>
      <p:ext uri="{BB962C8B-B14F-4D97-AF65-F5344CB8AC3E}">
        <p14:creationId xmlns:p14="http://schemas.microsoft.com/office/powerpoint/2010/main" val="324686119"/>
      </p:ext>
    </p:extLst>
  </p:cSld>
  <p:transition advClick="0" advTm="45000"/>
</p:sld>
</file>

<file path=ppt/slides/slide1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Measured answers on controlled fact worlds">
            <a:extLst xmlns:a="http://schemas.openxmlformats.org/drawingml/2006/main">
              <a:ext uri="{FF2B5EF4-FFF2-40B4-BE49-F238E27FC236}">
                <a16:creationId xmlns:a16="http://schemas.microsoft.com/office/drawing/2014/main" id="{D16F1021-A6BC-4226-B233-E7B82EDAB332}"/>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Measured answers on controlled fact worlds</a:t>
            </a:r>
          </a:p>
        </p:txBody>
      </p:sp>
      <p:sp>
        <p:nvSpPr>
          <p:cNvPr id="2" name="Retrieved current facts. Correct endorsed final answers per 256 assigned questio">
            <a:extLst xmlns:a="http://schemas.openxmlformats.org/drawingml/2006/main">
              <a:ext uri="{FF2B5EF4-FFF2-40B4-BE49-F238E27FC236}">
                <a16:creationId xmlns:a16="http://schemas.microsoft.com/office/drawing/2014/main" id="{16DF5961-37DE-486E-A47D-E2A0B7742EB7}"/>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Retrieved current facts. Correct endorsed final answers per 256 assigned questions.</a:t>
            </a:r>
          </a:p>
        </p:txBody>
      </p:sp>
      <p:sp>
        <p:nvSpPr>
          <p:cNvPr id="3" name="Verity">
            <a:extLst xmlns:a="http://schemas.openxmlformats.org/drawingml/2006/main">
              <a:ext uri="{FF2B5EF4-FFF2-40B4-BE49-F238E27FC236}">
                <a16:creationId xmlns:a16="http://schemas.microsoft.com/office/drawing/2014/main" id="{C0F965F8-8847-48A2-B5EA-0D4FA3093333}"/>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0">
            <a:extLst xmlns:a="http://schemas.openxmlformats.org/drawingml/2006/main">
              <a:ext uri="{FF2B5EF4-FFF2-40B4-BE49-F238E27FC236}">
                <a16:creationId xmlns:a16="http://schemas.microsoft.com/office/drawing/2014/main" id="{3C639804-4A42-4F82-A6D8-5D3944E1181C}"/>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10</a:t>
            </a:r>
          </a:p>
        </p:txBody>
      </p:sp>
      <p:graphicFrame>
        <p:nvGraphicFramePr>
          <p:cNvPr id="5" name="Chart">
            <a:extLst xmlns:a="http://schemas.openxmlformats.org/drawingml/2006/main">
              <a:ext uri="{FF2B5EF4-FFF2-40B4-BE49-F238E27FC236}">
                <a16:creationId xmlns:a16="http://schemas.microsoft.com/office/drawing/2014/main" id="{3FD877E4-EFE9-4906-A82C-C480EBFB3D66}"/>
              </a:ext>
            </a:extLst>
          </p:cNvPr>
          <p:cNvGraphicFramePr/>
          <p:nvPr/>
        </p:nvGraphicFramePr>
        <p:xfrm>
          <a:off xmlns:a="http://schemas.openxmlformats.org/drawingml/2006/main" x="609600" y="1952625"/>
          <a:ext xmlns:a="http://schemas.openxmlformats.org/drawingml/2006/main" cx="7239000" cy="3762375"/>
        </p:xfrm>
        <a:graphic xmlns:a="http://schemas.openxmlformats.org/drawingml/2006/main">
          <a:graphicData uri="http://schemas.openxmlformats.org/drawingml/2006/chart">
            <c:chart xmlns:r="http://schemas.openxmlformats.org/officeDocument/2006/relationships" xmlns:c="http://schemas.openxmlformats.org/drawingml/2006/chart" r:id="Re0c3cd096d6d44d9"/>
          </a:graphicData>
        </a:graphic>
      </p:graphicFrame>
      <p:sp>
        <p:nvSpPr>
          <p:cNvPr id="6" name="Full-memory original">
            <a:extLst xmlns:a="http://schemas.openxmlformats.org/drawingml/2006/main">
              <a:ext uri="{FF2B5EF4-FFF2-40B4-BE49-F238E27FC236}">
                <a16:creationId xmlns:a16="http://schemas.microsoft.com/office/drawing/2014/main" id="{64DBB85B-7472-43D1-9729-33CE4F09D393}"/>
              </a:ext>
            </a:extLst>
          </p:cNvPr>
          <p:cNvSpPr>
            <a:spLocks xmlns:a="http://schemas.openxmlformats.org/drawingml/2006/main" noGrp="1"/>
          </p:cNvSpPr>
          <p:nvPr/>
        </p:nvSpPr>
        <p:spPr>
          <a:xfrm xmlns:a="http://schemas.openxmlformats.org/drawingml/2006/main">
            <a:off x="8315325" y="2162175"/>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123039"/>
                </a:solidFill>
                <a:latin typeface="Calibri"/>
                <a:ea typeface="Calibri"/>
                <a:cs typeface="Calibri"/>
              </a:defRPr>
            </a:defPPr>
            <a:lvl1pPr algn="l">
              <a:defRPr sz="2175" b="1">
                <a:solidFill>
                  <a:srgbClr val="123039"/>
                </a:solidFill>
                <a:latin typeface="Calibri"/>
                <a:ea typeface="Calibri"/>
                <a:cs typeface="Calibri"/>
              </a:defRPr>
            </a:lvl1pPr>
            <a:lvl2pPr algn="l">
              <a:defRPr sz="2175" b="1">
                <a:solidFill>
                  <a:srgbClr val="123039"/>
                </a:solidFill>
                <a:latin typeface="Calibri"/>
                <a:ea typeface="Calibri"/>
                <a:cs typeface="Calibri"/>
              </a:defRPr>
            </a:lvl2pPr>
            <a:lvl3pPr algn="l">
              <a:defRPr sz="2175" b="1">
                <a:solidFill>
                  <a:srgbClr val="123039"/>
                </a:solidFill>
                <a:latin typeface="Calibri"/>
                <a:ea typeface="Calibri"/>
                <a:cs typeface="Calibri"/>
              </a:defRPr>
            </a:lvl3pPr>
            <a:lvl4pPr algn="l">
              <a:defRPr sz="2175" b="1">
                <a:solidFill>
                  <a:srgbClr val="123039"/>
                </a:solidFill>
                <a:latin typeface="Calibri"/>
                <a:ea typeface="Calibri"/>
                <a:cs typeface="Calibri"/>
              </a:defRPr>
            </a:lvl4pPr>
            <a:lvl5pPr algn="l">
              <a:defRPr sz="2175" b="1">
                <a:solidFill>
                  <a:srgbClr val="123039"/>
                </a:solidFill>
                <a:latin typeface="Calibri"/>
                <a:ea typeface="Calibri"/>
                <a:cs typeface="Calibri"/>
              </a:defRPr>
            </a:lvl5pPr>
            <a:lvl6pPr algn="l">
              <a:defRPr sz="2175" b="1">
                <a:solidFill>
                  <a:srgbClr val="123039"/>
                </a:solidFill>
                <a:latin typeface="Calibri"/>
                <a:ea typeface="Calibri"/>
                <a:cs typeface="Calibri"/>
              </a:defRPr>
            </a:lvl6pPr>
            <a:lvl7pPr algn="l">
              <a:defRPr sz="2175" b="1">
                <a:solidFill>
                  <a:srgbClr val="123039"/>
                </a:solidFill>
                <a:latin typeface="Calibri"/>
                <a:ea typeface="Calibri"/>
                <a:cs typeface="Calibri"/>
              </a:defRPr>
            </a:lvl7pPr>
            <a:lvl8pPr algn="l">
              <a:defRPr sz="2175" b="1">
                <a:solidFill>
                  <a:srgbClr val="123039"/>
                </a:solidFill>
                <a:latin typeface="Calibri"/>
                <a:ea typeface="Calibri"/>
                <a:cs typeface="Calibri"/>
              </a:defRPr>
            </a:lvl8pPr>
            <a:lvl9pPr algn="l">
              <a:defRPr sz="2175" b="1">
                <a:solidFill>
                  <a:srgbClr val="123039"/>
                </a:solidFill>
                <a:latin typeface="Calibri"/>
                <a:ea typeface="Calibri"/>
                <a:cs typeface="Calibri"/>
              </a:defRPr>
            </a:lvl9pPr>
          </a:lstStyle>
          <a:p xmlns:a="http://schemas.openxmlformats.org/drawingml/2006/main">
            <a:pPr algn="l">
              <a:defRPr sz="2175" b="1">
                <a:solidFill>
                  <a:srgbClr val="123039"/>
                </a:solidFill>
                <a:latin typeface="Calibri"/>
                <a:ea typeface="Calibri"/>
                <a:cs typeface="Calibri"/>
              </a:defRPr>
            </a:pPr>
            <a:r>
              <a:rPr sz="2175" b="1">
                <a:solidFill>
                  <a:srgbClr val="123039"/>
                </a:solidFill>
                <a:latin typeface="Calibri"/>
                <a:ea typeface="Calibri"/>
                <a:cs typeface="Calibri"/>
              </a:rPr>
              <a:t>Full-memory original</a:t>
            </a:r>
          </a:p>
        </p:txBody>
      </p:sp>
      <p:sp>
        <p:nvSpPr>
          <p:cNvPr id="7" name="ReasonKE_plus: 231/256&#10;Qwen: 241/256">
            <a:extLst xmlns:a="http://schemas.openxmlformats.org/drawingml/2006/main">
              <a:ext uri="{FF2B5EF4-FFF2-40B4-BE49-F238E27FC236}">
                <a16:creationId xmlns:a16="http://schemas.microsoft.com/office/drawing/2014/main" id="{3ADC729F-FB08-44B8-B1C5-8BBEF9C4D3A3}"/>
              </a:ext>
            </a:extLst>
          </p:cNvPr>
          <p:cNvSpPr>
            <a:spLocks xmlns:a="http://schemas.openxmlformats.org/drawingml/2006/main" noGrp="1"/>
          </p:cNvSpPr>
          <p:nvPr/>
        </p:nvSpPr>
        <p:spPr>
          <a:xfrm xmlns:a="http://schemas.openxmlformats.org/drawingml/2006/main">
            <a:off x="8315325" y="2790825"/>
            <a:ext cx="32194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ReasonKE_plus: 231/256</a:t>
            </a:r>
          </a:p>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Qwen: 241/256</a:t>
            </a:r>
          </a:p>
        </p:txBody>
      </p:sp>
      <p:sp>
        <p:nvSpPr>
          <p:cNvPr id="8" name="25 wrong ReasonKE_plus&#10;finals matched other&#10;supplied fact values.">
            <a:extLst xmlns:a="http://schemas.openxmlformats.org/drawingml/2006/main">
              <a:ext uri="{FF2B5EF4-FFF2-40B4-BE49-F238E27FC236}">
                <a16:creationId xmlns:a16="http://schemas.microsoft.com/office/drawing/2014/main" id="{5BD783C9-6ECA-4B1A-9B8C-5BECBFEDF4A1}"/>
              </a:ext>
            </a:extLst>
          </p:cNvPr>
          <p:cNvSpPr>
            <a:spLocks xmlns:a="http://schemas.openxmlformats.org/drawingml/2006/main" noGrp="1"/>
          </p:cNvSpPr>
          <p:nvPr/>
        </p:nvSpPr>
        <p:spPr>
          <a:xfrm xmlns:a="http://schemas.openxmlformats.org/drawingml/2006/main">
            <a:off x="8315325" y="4229100"/>
            <a:ext cx="32194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C97552"/>
                </a:solidFill>
                <a:latin typeface="Calibri"/>
                <a:ea typeface="Calibri"/>
                <a:cs typeface="Calibri"/>
              </a:defRPr>
            </a:defPPr>
            <a:lvl1pPr algn="l">
              <a:defRPr sz="2025" b="1">
                <a:solidFill>
                  <a:srgbClr val="C97552"/>
                </a:solidFill>
                <a:latin typeface="Calibri"/>
                <a:ea typeface="Calibri"/>
                <a:cs typeface="Calibri"/>
              </a:defRPr>
            </a:lvl1pPr>
            <a:lvl2pPr algn="l">
              <a:defRPr sz="2025" b="1">
                <a:solidFill>
                  <a:srgbClr val="C97552"/>
                </a:solidFill>
                <a:latin typeface="Calibri"/>
                <a:ea typeface="Calibri"/>
                <a:cs typeface="Calibri"/>
              </a:defRPr>
            </a:lvl2pPr>
            <a:lvl3pPr algn="l">
              <a:defRPr sz="2025" b="1">
                <a:solidFill>
                  <a:srgbClr val="C97552"/>
                </a:solidFill>
                <a:latin typeface="Calibri"/>
                <a:ea typeface="Calibri"/>
                <a:cs typeface="Calibri"/>
              </a:defRPr>
            </a:lvl3pPr>
            <a:lvl4pPr algn="l">
              <a:defRPr sz="2025" b="1">
                <a:solidFill>
                  <a:srgbClr val="C97552"/>
                </a:solidFill>
                <a:latin typeface="Calibri"/>
                <a:ea typeface="Calibri"/>
                <a:cs typeface="Calibri"/>
              </a:defRPr>
            </a:lvl4pPr>
            <a:lvl5pPr algn="l">
              <a:defRPr sz="2025" b="1">
                <a:solidFill>
                  <a:srgbClr val="C97552"/>
                </a:solidFill>
                <a:latin typeface="Calibri"/>
                <a:ea typeface="Calibri"/>
                <a:cs typeface="Calibri"/>
              </a:defRPr>
            </a:lvl5pPr>
            <a:lvl6pPr algn="l">
              <a:defRPr sz="2025" b="1">
                <a:solidFill>
                  <a:srgbClr val="C97552"/>
                </a:solidFill>
                <a:latin typeface="Calibri"/>
                <a:ea typeface="Calibri"/>
                <a:cs typeface="Calibri"/>
              </a:defRPr>
            </a:lvl6pPr>
            <a:lvl7pPr algn="l">
              <a:defRPr sz="2025" b="1">
                <a:solidFill>
                  <a:srgbClr val="C97552"/>
                </a:solidFill>
                <a:latin typeface="Calibri"/>
                <a:ea typeface="Calibri"/>
                <a:cs typeface="Calibri"/>
              </a:defRPr>
            </a:lvl7pPr>
            <a:lvl8pPr algn="l">
              <a:defRPr sz="2025" b="1">
                <a:solidFill>
                  <a:srgbClr val="C97552"/>
                </a:solidFill>
                <a:latin typeface="Calibri"/>
                <a:ea typeface="Calibri"/>
                <a:cs typeface="Calibri"/>
              </a:defRPr>
            </a:lvl8pPr>
            <a:lvl9pPr algn="l">
              <a:defRPr sz="2025" b="1">
                <a:solidFill>
                  <a:srgbClr val="C97552"/>
                </a:solidFill>
                <a:latin typeface="Calibri"/>
                <a:ea typeface="Calibri"/>
                <a:cs typeface="Calibri"/>
              </a:defRPr>
            </a:lvl9pPr>
          </a:lstStyle>
          <a:p xmlns:a="http://schemas.openxmlformats.org/drawingml/2006/main">
            <a:pPr algn="l">
              <a:defRPr sz="2025" b="1">
                <a:solidFill>
                  <a:srgbClr val="C97552"/>
                </a:solidFill>
                <a:latin typeface="Calibri"/>
                <a:ea typeface="Calibri"/>
                <a:cs typeface="Calibri"/>
              </a:defRPr>
            </a:pPr>
            <a:r>
              <a:rPr sz="2025" b="1">
                <a:solidFill>
                  <a:srgbClr val="C97552"/>
                </a:solidFill>
                <a:latin typeface="Calibri"/>
                <a:ea typeface="Calibri"/>
                <a:cs typeface="Calibri"/>
              </a:rPr>
              <a:t>25 wrong ReasonKE_plus</a:t>
            </a:r>
          </a:p>
          <a:p xmlns:a="http://schemas.openxmlformats.org/drawingml/2006/main">
            <a:pPr algn="l">
              <a:defRPr sz="2025" b="1">
                <a:solidFill>
                  <a:srgbClr val="C97552"/>
                </a:solidFill>
                <a:latin typeface="Calibri"/>
                <a:ea typeface="Calibri"/>
                <a:cs typeface="Calibri"/>
              </a:defRPr>
            </a:pPr>
            <a:r>
              <a:rPr sz="2025" b="1">
                <a:solidFill>
                  <a:srgbClr val="C97552"/>
                </a:solidFill>
                <a:latin typeface="Calibri"/>
                <a:ea typeface="Calibri"/>
                <a:cs typeface="Calibri"/>
              </a:rPr>
              <a:t>finals matched other</a:t>
            </a:r>
          </a:p>
          <a:p xmlns:a="http://schemas.openxmlformats.org/drawingml/2006/main">
            <a:pPr algn="l">
              <a:defRPr sz="2025" b="1">
                <a:solidFill>
                  <a:srgbClr val="C97552"/>
                </a:solidFill>
                <a:latin typeface="Calibri"/>
                <a:ea typeface="Calibri"/>
                <a:cs typeface="Calibri"/>
              </a:defRPr>
            </a:pPr>
            <a:r>
              <a:rPr sz="2025" b="1">
                <a:solidFill>
                  <a:srgbClr val="C97552"/>
                </a:solidFill>
                <a:latin typeface="Calibri"/>
                <a:ea typeface="Calibri"/>
                <a:cs typeface="Calibri"/>
              </a:rPr>
              <a:t>supplied fact values.</a:t>
            </a:r>
          </a:p>
        </p:txBody>
      </p:sp>
      <p:sp>
        <p:nvSpPr>
          <p:cNvPr id="9" name="Retrieved Qwen abstentions: 15 original, 8 depth. Small worlds and controlled wo">
            <a:extLst xmlns:a="http://schemas.openxmlformats.org/drawingml/2006/main">
              <a:ext uri="{FF2B5EF4-FFF2-40B4-BE49-F238E27FC236}">
                <a16:creationId xmlns:a16="http://schemas.microsoft.com/office/drawing/2014/main" id="{C6EBF5C2-5E7D-4CBA-8AEF-2C10CF2F03AB}"/>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Retrieved Qwen abstentions: 15 original, 8 depth. Small worlds and controlled wording bound the perfect scores.</a:t>
            </a:r>
          </a:p>
        </p:txBody>
      </p:sp>
    </p:spTree>
    <p:extLst>
      <p:ext uri="{BB962C8B-B14F-4D97-AF65-F5344CB8AC3E}">
        <p14:creationId xmlns:p14="http://schemas.microsoft.com/office/powerpoint/2010/main" val="1132500001"/>
      </p:ext>
    </p:extLst>
  </p:cSld>
  <p:transition advClick="0" advTm="45000"/>
</p:sld>
</file>

<file path=ppt/slides/slide1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The accuracy–latency tradeoff">
            <a:extLst xmlns:a="http://schemas.openxmlformats.org/drawingml/2006/main">
              <a:ext uri="{FF2B5EF4-FFF2-40B4-BE49-F238E27FC236}">
                <a16:creationId xmlns:a16="http://schemas.microsoft.com/office/drawing/2014/main" id="{924C9EDC-CAD2-4F43-A839-5BFF66CE199B}"/>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The accuracy–latency tradeoff</a:t>
            </a:r>
          </a:p>
        </p:txBody>
      </p:sp>
      <p:sp>
        <p:nvSpPr>
          <p:cNvPr id="2" name="Depth challenge, warm pipeline timing. Same question population and inference bu">
            <a:extLst xmlns:a="http://schemas.openxmlformats.org/drawingml/2006/main">
              <a:ext uri="{FF2B5EF4-FFF2-40B4-BE49-F238E27FC236}">
                <a16:creationId xmlns:a16="http://schemas.microsoft.com/office/drawing/2014/main" id="{7D9A35F1-E06B-4B1D-8214-E3F7845F3E0C}"/>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Depth challenge, warm pipeline timing. Same question population and inference budgets.</a:t>
            </a:r>
          </a:p>
        </p:txBody>
      </p:sp>
      <p:sp>
        <p:nvSpPr>
          <p:cNvPr id="3" name="Verity">
            <a:extLst xmlns:a="http://schemas.openxmlformats.org/drawingml/2006/main">
              <a:ext uri="{FF2B5EF4-FFF2-40B4-BE49-F238E27FC236}">
                <a16:creationId xmlns:a16="http://schemas.microsoft.com/office/drawing/2014/main" id="{001B72A9-137A-4117-B38F-D59C174B0EB4}"/>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1">
            <a:extLst xmlns:a="http://schemas.openxmlformats.org/drawingml/2006/main">
              <a:ext uri="{FF2B5EF4-FFF2-40B4-BE49-F238E27FC236}">
                <a16:creationId xmlns:a16="http://schemas.microsoft.com/office/drawing/2014/main" id="{1A841C0D-786C-4DFB-AA76-A73B07ECDC28}"/>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11</a:t>
            </a:r>
          </a:p>
        </p:txBody>
      </p:sp>
      <p:graphicFrame>
        <p:nvGraphicFramePr>
          <p:cNvPr id="5" name="Chart">
            <a:extLst xmlns:a="http://schemas.openxmlformats.org/drawingml/2006/main">
              <a:ext uri="{FF2B5EF4-FFF2-40B4-BE49-F238E27FC236}">
                <a16:creationId xmlns:a16="http://schemas.microsoft.com/office/drawing/2014/main" id="{D7B3C34A-6FD3-4F60-B7B8-145E9470751B}"/>
              </a:ext>
            </a:extLst>
          </p:cNvPr>
          <p:cNvGraphicFramePr/>
          <p:nvPr/>
        </p:nvGraphicFramePr>
        <p:xfrm>
          <a:off xmlns:a="http://schemas.openxmlformats.org/drawingml/2006/main" x="609600" y="1952625"/>
          <a:ext xmlns:a="http://schemas.openxmlformats.org/drawingml/2006/main" cx="7239000" cy="3762375"/>
        </p:xfrm>
        <a:graphic xmlns:a="http://schemas.openxmlformats.org/drawingml/2006/main">
          <a:graphicData uri="http://schemas.openxmlformats.org/drawingml/2006/chart">
            <c:chart xmlns:r="http://schemas.openxmlformats.org/officeDocument/2006/relationships" xmlns:c="http://schemas.openxmlformats.org/drawingml/2006/chart" r:id="R13d6039b77dc4ec5"/>
          </a:graphicData>
        </a:graphic>
      </p:graphicFrame>
      <p:sp>
        <p:nvSpPr>
          <p:cNvPr id="6" name="8 more correct answers">
            <a:extLst xmlns:a="http://schemas.openxmlformats.org/drawingml/2006/main">
              <a:ext uri="{FF2B5EF4-FFF2-40B4-BE49-F238E27FC236}">
                <a16:creationId xmlns:a16="http://schemas.microsoft.com/office/drawing/2014/main" id="{439C3480-5600-407E-9D4B-1C9E5BC2EAB7}"/>
              </a:ext>
            </a:extLst>
          </p:cNvPr>
          <p:cNvSpPr>
            <a:spLocks xmlns:a="http://schemas.openxmlformats.org/drawingml/2006/main" noGrp="1"/>
          </p:cNvSpPr>
          <p:nvPr/>
        </p:nvSpPr>
        <p:spPr>
          <a:xfrm xmlns:a="http://schemas.openxmlformats.org/drawingml/2006/main">
            <a:off x="8315325" y="2209800"/>
            <a:ext cx="32194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247A70"/>
                </a:solidFill>
                <a:latin typeface="Calibri"/>
                <a:ea typeface="Calibri"/>
                <a:cs typeface="Calibri"/>
              </a:defRPr>
            </a:defPPr>
            <a:lvl1pPr algn="l">
              <a:defRPr sz="2700" b="1">
                <a:solidFill>
                  <a:srgbClr val="247A70"/>
                </a:solidFill>
                <a:latin typeface="Calibri"/>
                <a:ea typeface="Calibri"/>
                <a:cs typeface="Calibri"/>
              </a:defRPr>
            </a:lvl1pPr>
            <a:lvl2pPr algn="l">
              <a:defRPr sz="2700" b="1">
                <a:solidFill>
                  <a:srgbClr val="247A70"/>
                </a:solidFill>
                <a:latin typeface="Calibri"/>
                <a:ea typeface="Calibri"/>
                <a:cs typeface="Calibri"/>
              </a:defRPr>
            </a:lvl2pPr>
            <a:lvl3pPr algn="l">
              <a:defRPr sz="2700" b="1">
                <a:solidFill>
                  <a:srgbClr val="247A70"/>
                </a:solidFill>
                <a:latin typeface="Calibri"/>
                <a:ea typeface="Calibri"/>
                <a:cs typeface="Calibri"/>
              </a:defRPr>
            </a:lvl3pPr>
            <a:lvl4pPr algn="l">
              <a:defRPr sz="2700" b="1">
                <a:solidFill>
                  <a:srgbClr val="247A70"/>
                </a:solidFill>
                <a:latin typeface="Calibri"/>
                <a:ea typeface="Calibri"/>
                <a:cs typeface="Calibri"/>
              </a:defRPr>
            </a:lvl4pPr>
            <a:lvl5pPr algn="l">
              <a:defRPr sz="2700" b="1">
                <a:solidFill>
                  <a:srgbClr val="247A70"/>
                </a:solidFill>
                <a:latin typeface="Calibri"/>
                <a:ea typeface="Calibri"/>
                <a:cs typeface="Calibri"/>
              </a:defRPr>
            </a:lvl5pPr>
            <a:lvl6pPr algn="l">
              <a:defRPr sz="2700" b="1">
                <a:solidFill>
                  <a:srgbClr val="247A70"/>
                </a:solidFill>
                <a:latin typeface="Calibri"/>
                <a:ea typeface="Calibri"/>
                <a:cs typeface="Calibri"/>
              </a:defRPr>
            </a:lvl6pPr>
            <a:lvl7pPr algn="l">
              <a:defRPr sz="2700" b="1">
                <a:solidFill>
                  <a:srgbClr val="247A70"/>
                </a:solidFill>
                <a:latin typeface="Calibri"/>
                <a:ea typeface="Calibri"/>
                <a:cs typeface="Calibri"/>
              </a:defRPr>
            </a:lvl7pPr>
            <a:lvl8pPr algn="l">
              <a:defRPr sz="2700" b="1">
                <a:solidFill>
                  <a:srgbClr val="247A70"/>
                </a:solidFill>
                <a:latin typeface="Calibri"/>
                <a:ea typeface="Calibri"/>
                <a:cs typeface="Calibri"/>
              </a:defRPr>
            </a:lvl8pPr>
            <a:lvl9pPr algn="l">
              <a:defRPr sz="2700" b="1">
                <a:solidFill>
                  <a:srgbClr val="247A70"/>
                </a:solidFill>
                <a:latin typeface="Calibri"/>
                <a:ea typeface="Calibri"/>
                <a:cs typeface="Calibri"/>
              </a:defRPr>
            </a:lvl9pPr>
          </a:lstStyle>
          <a:p xmlns:a="http://schemas.openxmlformats.org/drawingml/2006/main">
            <a:pPr algn="l">
              <a:defRPr sz="2700" b="1">
                <a:solidFill>
                  <a:srgbClr val="247A70"/>
                </a:solidFill>
                <a:latin typeface="Calibri"/>
                <a:ea typeface="Calibri"/>
                <a:cs typeface="Calibri"/>
              </a:defRPr>
            </a:pPr>
            <a:r>
              <a:rPr sz="2700" b="1">
                <a:solidFill>
                  <a:srgbClr val="247A70"/>
                </a:solidFill>
                <a:latin typeface="Calibri"/>
                <a:ea typeface="Calibri"/>
                <a:cs typeface="Calibri"/>
              </a:rPr>
              <a:t>8 more correct answers</a:t>
            </a:r>
          </a:p>
        </p:txBody>
      </p:sp>
      <p:sp>
        <p:nvSpPr>
          <p:cNvPr id="7" name="256 versus 248&#10;of 256 assigned">
            <a:extLst xmlns:a="http://schemas.openxmlformats.org/drawingml/2006/main">
              <a:ext uri="{FF2B5EF4-FFF2-40B4-BE49-F238E27FC236}">
                <a16:creationId xmlns:a16="http://schemas.microsoft.com/office/drawing/2014/main" id="{60A922C0-9876-45F0-B41C-E919EB6B9E22}"/>
              </a:ext>
            </a:extLst>
          </p:cNvPr>
          <p:cNvSpPr>
            <a:spLocks xmlns:a="http://schemas.openxmlformats.org/drawingml/2006/main" noGrp="1"/>
          </p:cNvSpPr>
          <p:nvPr/>
        </p:nvSpPr>
        <p:spPr>
          <a:xfrm xmlns:a="http://schemas.openxmlformats.org/drawingml/2006/main">
            <a:off x="8315325" y="3209925"/>
            <a:ext cx="3219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123039"/>
                </a:solidFill>
                <a:latin typeface="Calibri"/>
                <a:ea typeface="Calibri"/>
                <a:cs typeface="Calibri"/>
              </a:defRPr>
            </a:defPPr>
            <a:lvl1pPr algn="l">
              <a:defRPr sz="2175" b="0">
                <a:solidFill>
                  <a:srgbClr val="123039"/>
                </a:solidFill>
                <a:latin typeface="Calibri"/>
                <a:ea typeface="Calibri"/>
                <a:cs typeface="Calibri"/>
              </a:defRPr>
            </a:lvl1pPr>
            <a:lvl2pPr algn="l">
              <a:defRPr sz="2175" b="0">
                <a:solidFill>
                  <a:srgbClr val="123039"/>
                </a:solidFill>
                <a:latin typeface="Calibri"/>
                <a:ea typeface="Calibri"/>
                <a:cs typeface="Calibri"/>
              </a:defRPr>
            </a:lvl2pPr>
            <a:lvl3pPr algn="l">
              <a:defRPr sz="2175" b="0">
                <a:solidFill>
                  <a:srgbClr val="123039"/>
                </a:solidFill>
                <a:latin typeface="Calibri"/>
                <a:ea typeface="Calibri"/>
                <a:cs typeface="Calibri"/>
              </a:defRPr>
            </a:lvl3pPr>
            <a:lvl4pPr algn="l">
              <a:defRPr sz="2175" b="0">
                <a:solidFill>
                  <a:srgbClr val="123039"/>
                </a:solidFill>
                <a:latin typeface="Calibri"/>
                <a:ea typeface="Calibri"/>
                <a:cs typeface="Calibri"/>
              </a:defRPr>
            </a:lvl4pPr>
            <a:lvl5pPr algn="l">
              <a:defRPr sz="2175" b="0">
                <a:solidFill>
                  <a:srgbClr val="123039"/>
                </a:solidFill>
                <a:latin typeface="Calibri"/>
                <a:ea typeface="Calibri"/>
                <a:cs typeface="Calibri"/>
              </a:defRPr>
            </a:lvl5pPr>
            <a:lvl6pPr algn="l">
              <a:defRPr sz="2175" b="0">
                <a:solidFill>
                  <a:srgbClr val="123039"/>
                </a:solidFill>
                <a:latin typeface="Calibri"/>
                <a:ea typeface="Calibri"/>
                <a:cs typeface="Calibri"/>
              </a:defRPr>
            </a:lvl6pPr>
            <a:lvl7pPr algn="l">
              <a:defRPr sz="2175" b="0">
                <a:solidFill>
                  <a:srgbClr val="123039"/>
                </a:solidFill>
                <a:latin typeface="Calibri"/>
                <a:ea typeface="Calibri"/>
                <a:cs typeface="Calibri"/>
              </a:defRPr>
            </a:lvl7pPr>
            <a:lvl8pPr algn="l">
              <a:defRPr sz="2175" b="0">
                <a:solidFill>
                  <a:srgbClr val="123039"/>
                </a:solidFill>
                <a:latin typeface="Calibri"/>
                <a:ea typeface="Calibri"/>
                <a:cs typeface="Calibri"/>
              </a:defRPr>
            </a:lvl8pPr>
            <a:lvl9pPr algn="l">
              <a:defRPr sz="2175" b="0">
                <a:solidFill>
                  <a:srgbClr val="123039"/>
                </a:solidFill>
                <a:latin typeface="Calibri"/>
                <a:ea typeface="Calibri"/>
                <a:cs typeface="Calibri"/>
              </a:defRPr>
            </a:lvl9pPr>
          </a:lstStyle>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256 versus 248</a:t>
            </a:r>
          </a:p>
          <a:p xmlns:a="http://schemas.openxmlformats.org/drawingml/2006/main">
            <a:pPr algn="l">
              <a:defRPr sz="2175" b="0">
                <a:solidFill>
                  <a:srgbClr val="123039"/>
                </a:solidFill>
                <a:latin typeface="Calibri"/>
                <a:ea typeface="Calibri"/>
                <a:cs typeface="Calibri"/>
              </a:defRPr>
            </a:pPr>
            <a:r>
              <a:rPr sz="2175" b="0">
                <a:solidFill>
                  <a:srgbClr val="123039"/>
                </a:solidFill>
                <a:latin typeface="Calibri"/>
                <a:ea typeface="Calibri"/>
                <a:cs typeface="Calibri"/>
              </a:rPr>
              <a:t>of 256 assigned</a:t>
            </a:r>
          </a:p>
        </p:txBody>
      </p:sp>
      <p:sp>
        <p:nvSpPr>
          <p:cNvPr id="8" name="p95: 19.28 s / 1.38 s&#10;ReasonKE_plus / Qwen">
            <a:extLst xmlns:a="http://schemas.openxmlformats.org/drawingml/2006/main">
              <a:ext uri="{FF2B5EF4-FFF2-40B4-BE49-F238E27FC236}">
                <a16:creationId xmlns:a16="http://schemas.microsoft.com/office/drawing/2014/main" id="{AEFF5B28-8169-4816-AFC9-58CC71A43259}"/>
              </a:ext>
            </a:extLst>
          </p:cNvPr>
          <p:cNvSpPr>
            <a:spLocks xmlns:a="http://schemas.openxmlformats.org/drawingml/2006/main" noGrp="1"/>
          </p:cNvSpPr>
          <p:nvPr/>
        </p:nvSpPr>
        <p:spPr>
          <a:xfrm xmlns:a="http://schemas.openxmlformats.org/drawingml/2006/main">
            <a:off x="8315325" y="4591050"/>
            <a:ext cx="32194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950" b="0">
                <a:solidFill>
                  <a:srgbClr val="576969"/>
                </a:solidFill>
                <a:latin typeface="Calibri"/>
                <a:ea typeface="Calibri"/>
                <a:cs typeface="Calibri"/>
              </a:defRPr>
            </a:defPPr>
            <a:lvl1pPr algn="l">
              <a:defRPr sz="1950" b="0">
                <a:solidFill>
                  <a:srgbClr val="576969"/>
                </a:solidFill>
                <a:latin typeface="Calibri"/>
                <a:ea typeface="Calibri"/>
                <a:cs typeface="Calibri"/>
              </a:defRPr>
            </a:lvl1pPr>
            <a:lvl2pPr algn="l">
              <a:defRPr sz="1950" b="0">
                <a:solidFill>
                  <a:srgbClr val="576969"/>
                </a:solidFill>
                <a:latin typeface="Calibri"/>
                <a:ea typeface="Calibri"/>
                <a:cs typeface="Calibri"/>
              </a:defRPr>
            </a:lvl2pPr>
            <a:lvl3pPr algn="l">
              <a:defRPr sz="1950" b="0">
                <a:solidFill>
                  <a:srgbClr val="576969"/>
                </a:solidFill>
                <a:latin typeface="Calibri"/>
                <a:ea typeface="Calibri"/>
                <a:cs typeface="Calibri"/>
              </a:defRPr>
            </a:lvl3pPr>
            <a:lvl4pPr algn="l">
              <a:defRPr sz="1950" b="0">
                <a:solidFill>
                  <a:srgbClr val="576969"/>
                </a:solidFill>
                <a:latin typeface="Calibri"/>
                <a:ea typeface="Calibri"/>
                <a:cs typeface="Calibri"/>
              </a:defRPr>
            </a:lvl4pPr>
            <a:lvl5pPr algn="l">
              <a:defRPr sz="1950" b="0">
                <a:solidFill>
                  <a:srgbClr val="576969"/>
                </a:solidFill>
                <a:latin typeface="Calibri"/>
                <a:ea typeface="Calibri"/>
                <a:cs typeface="Calibri"/>
              </a:defRPr>
            </a:lvl5pPr>
            <a:lvl6pPr algn="l">
              <a:defRPr sz="1950" b="0">
                <a:solidFill>
                  <a:srgbClr val="576969"/>
                </a:solidFill>
                <a:latin typeface="Calibri"/>
                <a:ea typeface="Calibri"/>
                <a:cs typeface="Calibri"/>
              </a:defRPr>
            </a:lvl6pPr>
            <a:lvl7pPr algn="l">
              <a:defRPr sz="1950" b="0">
                <a:solidFill>
                  <a:srgbClr val="576969"/>
                </a:solidFill>
                <a:latin typeface="Calibri"/>
                <a:ea typeface="Calibri"/>
                <a:cs typeface="Calibri"/>
              </a:defRPr>
            </a:lvl7pPr>
            <a:lvl8pPr algn="l">
              <a:defRPr sz="1950" b="0">
                <a:solidFill>
                  <a:srgbClr val="576969"/>
                </a:solidFill>
                <a:latin typeface="Calibri"/>
                <a:ea typeface="Calibri"/>
                <a:cs typeface="Calibri"/>
              </a:defRPr>
            </a:lvl8pPr>
            <a:lvl9pPr algn="l">
              <a:defRPr sz="1950" b="0">
                <a:solidFill>
                  <a:srgbClr val="576969"/>
                </a:solidFill>
                <a:latin typeface="Calibri"/>
                <a:ea typeface="Calibri"/>
                <a:cs typeface="Calibri"/>
              </a:defRPr>
            </a:lvl9pPr>
          </a:lstStyle>
          <a:p xmlns:a="http://schemas.openxmlformats.org/drawingml/2006/main">
            <a:pPr algn="l">
              <a:defRPr sz="1950" b="0">
                <a:solidFill>
                  <a:srgbClr val="576969"/>
                </a:solidFill>
                <a:latin typeface="Calibri"/>
                <a:ea typeface="Calibri"/>
                <a:cs typeface="Calibri"/>
              </a:defRPr>
            </a:pPr>
            <a:r>
              <a:rPr sz="1950" b="0">
                <a:solidFill>
                  <a:srgbClr val="576969"/>
                </a:solidFill>
                <a:latin typeface="Calibri"/>
                <a:ea typeface="Calibri"/>
                <a:cs typeface="Calibri"/>
              </a:rPr>
              <a:t>p95: 19.28 s / 1.38 s</a:t>
            </a:r>
          </a:p>
          <a:p xmlns:a="http://schemas.openxmlformats.org/drawingml/2006/main">
            <a:pPr algn="l">
              <a:defRPr sz="1950" b="0">
                <a:solidFill>
                  <a:srgbClr val="576969"/>
                </a:solidFill>
                <a:latin typeface="Calibri"/>
                <a:ea typeface="Calibri"/>
                <a:cs typeface="Calibri"/>
              </a:defRPr>
            </a:pPr>
            <a:r>
              <a:rPr sz="1950" b="0">
                <a:solidFill>
                  <a:srgbClr val="576969"/>
                </a:solidFill>
                <a:latin typeface="Calibri"/>
                <a:ea typeface="Calibri"/>
                <a:cs typeface="Calibri"/>
              </a:rPr>
              <a:t>ReasonKE_plus / Qwen</a:t>
            </a:r>
          </a:p>
        </p:txBody>
      </p:sp>
      <p:sp>
        <p:nvSpPr>
          <p:cNvPr id="9" name="n=256 per condition, including abstentions. Selection + local IPC + generation. ">
            <a:extLst xmlns:a="http://schemas.openxmlformats.org/drawingml/2006/main">
              <a:ext uri="{FF2B5EF4-FFF2-40B4-BE49-F238E27FC236}">
                <a16:creationId xmlns:a16="http://schemas.microsoft.com/office/drawing/2014/main" id="{227D08B4-D0A2-4B71-B0CC-A4AE4159795E}"/>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n=256 per condition, including abstentions. Selection + local IPC + generation. Excludes cold load/browser network.</a:t>
            </a:r>
          </a:p>
        </p:txBody>
      </p:sp>
    </p:spTree>
    <p:extLst>
      <p:ext uri="{BB962C8B-B14F-4D97-AF65-F5344CB8AC3E}">
        <p14:creationId xmlns:p14="http://schemas.microsoft.com/office/powerpoint/2010/main" val="31514018"/>
      </p:ext>
    </p:extLst>
  </p:cSld>
  <p:transition advClick="0" advTm="30000"/>
</p:sld>
</file>

<file path=ppt/slides/slide1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4" name="Our engineering contribution">
            <a:extLst xmlns:a="http://schemas.openxmlformats.org/drawingml/2006/main">
              <a:ext uri="{FF2B5EF4-FFF2-40B4-BE49-F238E27FC236}">
                <a16:creationId xmlns:a16="http://schemas.microsoft.com/office/drawing/2014/main" id="{1350A8B4-58E6-4541-A9D2-255125B79170}"/>
              </a:ext>
            </a:extLst>
          </p:cNvPr>
          <p:cNvSpPr>
            <a:spLocks xmlns:a="http://schemas.openxmlformats.org/drawingml/2006/main" noGrp="1"/>
          </p:cNvSpPr>
          <p:nvPr/>
        </p:nvSpPr>
        <p:spPr>
          <a:xfrm xmlns:a="http://schemas.openxmlformats.org/drawingml/2006/main">
            <a:off x="609600" y="3524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123039"/>
                </a:solidFill>
                <a:latin typeface="Calibri"/>
                <a:ea typeface="Calibri"/>
                <a:cs typeface="Calibri"/>
              </a:defRPr>
            </a:defPPr>
            <a:lvl1pPr algn="l">
              <a:defRPr sz="3150" b="1">
                <a:solidFill>
                  <a:srgbClr val="123039"/>
                </a:solidFill>
                <a:latin typeface="Calibri"/>
                <a:ea typeface="Calibri"/>
                <a:cs typeface="Calibri"/>
              </a:defRPr>
            </a:lvl1pPr>
            <a:lvl2pPr algn="l">
              <a:defRPr sz="3150" b="1">
                <a:solidFill>
                  <a:srgbClr val="123039"/>
                </a:solidFill>
                <a:latin typeface="Calibri"/>
                <a:ea typeface="Calibri"/>
                <a:cs typeface="Calibri"/>
              </a:defRPr>
            </a:lvl2pPr>
            <a:lvl3pPr algn="l">
              <a:defRPr sz="3150" b="1">
                <a:solidFill>
                  <a:srgbClr val="123039"/>
                </a:solidFill>
                <a:latin typeface="Calibri"/>
                <a:ea typeface="Calibri"/>
                <a:cs typeface="Calibri"/>
              </a:defRPr>
            </a:lvl3pPr>
            <a:lvl4pPr algn="l">
              <a:defRPr sz="3150" b="1">
                <a:solidFill>
                  <a:srgbClr val="123039"/>
                </a:solidFill>
                <a:latin typeface="Calibri"/>
                <a:ea typeface="Calibri"/>
                <a:cs typeface="Calibri"/>
              </a:defRPr>
            </a:lvl4pPr>
            <a:lvl5pPr algn="l">
              <a:defRPr sz="3150" b="1">
                <a:solidFill>
                  <a:srgbClr val="123039"/>
                </a:solidFill>
                <a:latin typeface="Calibri"/>
                <a:ea typeface="Calibri"/>
                <a:cs typeface="Calibri"/>
              </a:defRPr>
            </a:lvl5pPr>
            <a:lvl6pPr algn="l">
              <a:defRPr sz="3150" b="1">
                <a:solidFill>
                  <a:srgbClr val="123039"/>
                </a:solidFill>
                <a:latin typeface="Calibri"/>
                <a:ea typeface="Calibri"/>
                <a:cs typeface="Calibri"/>
              </a:defRPr>
            </a:lvl6pPr>
            <a:lvl7pPr algn="l">
              <a:defRPr sz="3150" b="1">
                <a:solidFill>
                  <a:srgbClr val="123039"/>
                </a:solidFill>
                <a:latin typeface="Calibri"/>
                <a:ea typeface="Calibri"/>
                <a:cs typeface="Calibri"/>
              </a:defRPr>
            </a:lvl7pPr>
            <a:lvl8pPr algn="l">
              <a:defRPr sz="3150" b="1">
                <a:solidFill>
                  <a:srgbClr val="123039"/>
                </a:solidFill>
                <a:latin typeface="Calibri"/>
                <a:ea typeface="Calibri"/>
                <a:cs typeface="Calibri"/>
              </a:defRPr>
            </a:lvl8pPr>
            <a:lvl9pPr algn="l">
              <a:defRPr sz="3150" b="1">
                <a:solidFill>
                  <a:srgbClr val="123039"/>
                </a:solidFill>
                <a:latin typeface="Calibri"/>
                <a:ea typeface="Calibri"/>
                <a:cs typeface="Calibri"/>
              </a:defRPr>
            </a:lvl9pPr>
          </a:lstStyle>
          <a:p xmlns:a="http://schemas.openxmlformats.org/drawingml/2006/main">
            <a:pPr algn="l">
              <a:defRPr sz="3150" b="1">
                <a:solidFill>
                  <a:srgbClr val="123039"/>
                </a:solidFill>
                <a:latin typeface="Calibri"/>
                <a:ea typeface="Calibri"/>
                <a:cs typeface="Calibri"/>
              </a:defRPr>
            </a:pPr>
            <a:r>
              <a:rPr sz="3150" b="1">
                <a:solidFill>
                  <a:srgbClr val="123039"/>
                </a:solidFill>
                <a:latin typeface="Calibri"/>
                <a:ea typeface="Calibri"/>
                <a:cs typeface="Calibri"/>
              </a:rPr>
              <a:t>Our engineering contribution</a:t>
            </a:r>
          </a:p>
        </p:txBody>
      </p:sp>
      <p:sp>
        <p:nvSpPr>
          <p:cNvPr id="2" name="A working maintenance platform and a reproducible experimental baseline.">
            <a:extLst xmlns:a="http://schemas.openxmlformats.org/drawingml/2006/main">
              <a:ext uri="{FF2B5EF4-FFF2-40B4-BE49-F238E27FC236}">
                <a16:creationId xmlns:a16="http://schemas.microsoft.com/office/drawing/2014/main" id="{672AD67B-4BE3-4F86-AFF8-3DC9EFDF7328}"/>
              </a:ext>
            </a:extLst>
          </p:cNvPr>
          <p:cNvSpPr>
            <a:spLocks xmlns:a="http://schemas.openxmlformats.org/drawingml/2006/main" noGrp="1"/>
          </p:cNvSpPr>
          <p:nvPr/>
        </p:nvSpPr>
        <p:spPr>
          <a:xfrm xmlns:a="http://schemas.openxmlformats.org/drawingml/2006/main">
            <a:off x="628650" y="1133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576969"/>
                </a:solidFill>
                <a:latin typeface="Calibri"/>
                <a:ea typeface="Calibri"/>
                <a:cs typeface="Calibri"/>
              </a:defRPr>
            </a:defPPr>
            <a:lvl1pPr algn="l">
              <a:defRPr sz="1875" b="0">
                <a:solidFill>
                  <a:srgbClr val="576969"/>
                </a:solidFill>
                <a:latin typeface="Calibri"/>
                <a:ea typeface="Calibri"/>
                <a:cs typeface="Calibri"/>
              </a:defRPr>
            </a:lvl1pPr>
            <a:lvl2pPr algn="l">
              <a:defRPr sz="1875" b="0">
                <a:solidFill>
                  <a:srgbClr val="576969"/>
                </a:solidFill>
                <a:latin typeface="Calibri"/>
                <a:ea typeface="Calibri"/>
                <a:cs typeface="Calibri"/>
              </a:defRPr>
            </a:lvl2pPr>
            <a:lvl3pPr algn="l">
              <a:defRPr sz="1875" b="0">
                <a:solidFill>
                  <a:srgbClr val="576969"/>
                </a:solidFill>
                <a:latin typeface="Calibri"/>
                <a:ea typeface="Calibri"/>
                <a:cs typeface="Calibri"/>
              </a:defRPr>
            </a:lvl3pPr>
            <a:lvl4pPr algn="l">
              <a:defRPr sz="1875" b="0">
                <a:solidFill>
                  <a:srgbClr val="576969"/>
                </a:solidFill>
                <a:latin typeface="Calibri"/>
                <a:ea typeface="Calibri"/>
                <a:cs typeface="Calibri"/>
              </a:defRPr>
            </a:lvl4pPr>
            <a:lvl5pPr algn="l">
              <a:defRPr sz="1875" b="0">
                <a:solidFill>
                  <a:srgbClr val="576969"/>
                </a:solidFill>
                <a:latin typeface="Calibri"/>
                <a:ea typeface="Calibri"/>
                <a:cs typeface="Calibri"/>
              </a:defRPr>
            </a:lvl5pPr>
            <a:lvl6pPr algn="l">
              <a:defRPr sz="1875" b="0">
                <a:solidFill>
                  <a:srgbClr val="576969"/>
                </a:solidFill>
                <a:latin typeface="Calibri"/>
                <a:ea typeface="Calibri"/>
                <a:cs typeface="Calibri"/>
              </a:defRPr>
            </a:lvl6pPr>
            <a:lvl7pPr algn="l">
              <a:defRPr sz="1875" b="0">
                <a:solidFill>
                  <a:srgbClr val="576969"/>
                </a:solidFill>
                <a:latin typeface="Calibri"/>
                <a:ea typeface="Calibri"/>
                <a:cs typeface="Calibri"/>
              </a:defRPr>
            </a:lvl7pPr>
            <a:lvl8pPr algn="l">
              <a:defRPr sz="1875" b="0">
                <a:solidFill>
                  <a:srgbClr val="576969"/>
                </a:solidFill>
                <a:latin typeface="Calibri"/>
                <a:ea typeface="Calibri"/>
                <a:cs typeface="Calibri"/>
              </a:defRPr>
            </a:lvl8pPr>
            <a:lvl9pPr algn="l">
              <a:defRPr sz="1875" b="0">
                <a:solidFill>
                  <a:srgbClr val="576969"/>
                </a:solidFill>
                <a:latin typeface="Calibri"/>
                <a:ea typeface="Calibri"/>
                <a:cs typeface="Calibri"/>
              </a:defRPr>
            </a:lvl9pPr>
          </a:lstStyle>
          <a:p xmlns:a="http://schemas.openxmlformats.org/drawingml/2006/main">
            <a:pPr algn="l">
              <a:defRPr sz="1875" b="0">
                <a:solidFill>
                  <a:srgbClr val="576969"/>
                </a:solidFill>
                <a:latin typeface="Calibri"/>
                <a:ea typeface="Calibri"/>
                <a:cs typeface="Calibri"/>
              </a:defRPr>
            </a:pPr>
            <a:r>
              <a:rPr sz="1875" b="0">
                <a:solidFill>
                  <a:srgbClr val="576969"/>
                </a:solidFill>
                <a:latin typeface="Calibri"/>
                <a:ea typeface="Calibri"/>
                <a:cs typeface="Calibri"/>
              </a:rPr>
              <a:t>A working maintenance platform and a reproducible experimental baseline.</a:t>
            </a:r>
          </a:p>
        </p:txBody>
      </p:sp>
      <p:sp>
        <p:nvSpPr>
          <p:cNvPr id="3" name="Verity">
            <a:extLst xmlns:a="http://schemas.openxmlformats.org/drawingml/2006/main">
              <a:ext uri="{FF2B5EF4-FFF2-40B4-BE49-F238E27FC236}">
                <a16:creationId xmlns:a16="http://schemas.microsoft.com/office/drawing/2014/main" id="{5F45D7C8-B8D6-4507-BE3D-F8100EE6BF5A}"/>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76969"/>
                </a:solidFill>
                <a:latin typeface="Calibri"/>
                <a:ea typeface="Calibri"/>
                <a:cs typeface="Calibri"/>
              </a:defRPr>
            </a:defPPr>
            <a:lvl1pPr algn="l">
              <a:defRPr sz="1350" b="0">
                <a:solidFill>
                  <a:srgbClr val="576969"/>
                </a:solidFill>
                <a:latin typeface="Calibri"/>
                <a:ea typeface="Calibri"/>
                <a:cs typeface="Calibri"/>
              </a:defRPr>
            </a:lvl1pPr>
            <a:lvl2pPr algn="l">
              <a:defRPr sz="1350" b="0">
                <a:solidFill>
                  <a:srgbClr val="576969"/>
                </a:solidFill>
                <a:latin typeface="Calibri"/>
                <a:ea typeface="Calibri"/>
                <a:cs typeface="Calibri"/>
              </a:defRPr>
            </a:lvl2pPr>
            <a:lvl3pPr algn="l">
              <a:defRPr sz="1350" b="0">
                <a:solidFill>
                  <a:srgbClr val="576969"/>
                </a:solidFill>
                <a:latin typeface="Calibri"/>
                <a:ea typeface="Calibri"/>
                <a:cs typeface="Calibri"/>
              </a:defRPr>
            </a:lvl3pPr>
            <a:lvl4pPr algn="l">
              <a:defRPr sz="1350" b="0">
                <a:solidFill>
                  <a:srgbClr val="576969"/>
                </a:solidFill>
                <a:latin typeface="Calibri"/>
                <a:ea typeface="Calibri"/>
                <a:cs typeface="Calibri"/>
              </a:defRPr>
            </a:lvl4pPr>
            <a:lvl5pPr algn="l">
              <a:defRPr sz="1350" b="0">
                <a:solidFill>
                  <a:srgbClr val="576969"/>
                </a:solidFill>
                <a:latin typeface="Calibri"/>
                <a:ea typeface="Calibri"/>
                <a:cs typeface="Calibri"/>
              </a:defRPr>
            </a:lvl5pPr>
            <a:lvl6pPr algn="l">
              <a:defRPr sz="1350" b="0">
                <a:solidFill>
                  <a:srgbClr val="576969"/>
                </a:solidFill>
                <a:latin typeface="Calibri"/>
                <a:ea typeface="Calibri"/>
                <a:cs typeface="Calibri"/>
              </a:defRPr>
            </a:lvl6pPr>
            <a:lvl7pPr algn="l">
              <a:defRPr sz="1350" b="0">
                <a:solidFill>
                  <a:srgbClr val="576969"/>
                </a:solidFill>
                <a:latin typeface="Calibri"/>
                <a:ea typeface="Calibri"/>
                <a:cs typeface="Calibri"/>
              </a:defRPr>
            </a:lvl7pPr>
            <a:lvl8pPr algn="l">
              <a:defRPr sz="1350" b="0">
                <a:solidFill>
                  <a:srgbClr val="576969"/>
                </a:solidFill>
                <a:latin typeface="Calibri"/>
                <a:ea typeface="Calibri"/>
                <a:cs typeface="Calibri"/>
              </a:defRPr>
            </a:lvl8pPr>
            <a:lvl9pPr algn="l">
              <a:defRPr sz="1350" b="0">
                <a:solidFill>
                  <a:srgbClr val="576969"/>
                </a:solidFill>
                <a:latin typeface="Calibri"/>
                <a:ea typeface="Calibri"/>
                <a:cs typeface="Calibri"/>
              </a:defRPr>
            </a:lvl9pPr>
          </a:lstStyle>
          <a:p xmlns:a="http://schemas.openxmlformats.org/drawingml/2006/main">
            <a:pPr algn="l">
              <a:defRPr sz="1350" b="0">
                <a:solidFill>
                  <a:srgbClr val="576969"/>
                </a:solidFill>
                <a:latin typeface="Calibri"/>
                <a:ea typeface="Calibri"/>
                <a:cs typeface="Calibri"/>
              </a:defRPr>
            </a:pPr>
            <a:r>
              <a:rPr sz="1350" b="0">
                <a:solidFill>
                  <a:srgbClr val="576969"/>
                </a:solidFill>
                <a:latin typeface="Calibri"/>
                <a:ea typeface="Calibri"/>
                <a:cs typeface="Calibri"/>
              </a:rPr>
              <a:t>Verity</a:t>
            </a:r>
          </a:p>
        </p:txBody>
      </p:sp>
      <p:sp>
        <p:nvSpPr>
          <p:cNvPr id="4" name="12">
            <a:extLst xmlns:a="http://schemas.openxmlformats.org/drawingml/2006/main">
              <a:ext uri="{FF2B5EF4-FFF2-40B4-BE49-F238E27FC236}">
                <a16:creationId xmlns:a16="http://schemas.microsoft.com/office/drawing/2014/main" id="{F6DC9BC1-C88C-43AF-AA62-53E5A68AD244}"/>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576969"/>
                </a:solidFill>
                <a:latin typeface="Calibri"/>
                <a:ea typeface="Calibri"/>
                <a:cs typeface="Calibri"/>
              </a:defRPr>
            </a:defPPr>
            <a:lvl1pPr algn="r">
              <a:defRPr sz="1350" b="0">
                <a:solidFill>
                  <a:srgbClr val="576969"/>
                </a:solidFill>
                <a:latin typeface="Calibri"/>
                <a:ea typeface="Calibri"/>
                <a:cs typeface="Calibri"/>
              </a:defRPr>
            </a:lvl1pPr>
            <a:lvl2pPr algn="r">
              <a:defRPr sz="1350" b="0">
                <a:solidFill>
                  <a:srgbClr val="576969"/>
                </a:solidFill>
                <a:latin typeface="Calibri"/>
                <a:ea typeface="Calibri"/>
                <a:cs typeface="Calibri"/>
              </a:defRPr>
            </a:lvl2pPr>
            <a:lvl3pPr algn="r">
              <a:defRPr sz="1350" b="0">
                <a:solidFill>
                  <a:srgbClr val="576969"/>
                </a:solidFill>
                <a:latin typeface="Calibri"/>
                <a:ea typeface="Calibri"/>
                <a:cs typeface="Calibri"/>
              </a:defRPr>
            </a:lvl3pPr>
            <a:lvl4pPr algn="r">
              <a:defRPr sz="1350" b="0">
                <a:solidFill>
                  <a:srgbClr val="576969"/>
                </a:solidFill>
                <a:latin typeface="Calibri"/>
                <a:ea typeface="Calibri"/>
                <a:cs typeface="Calibri"/>
              </a:defRPr>
            </a:lvl4pPr>
            <a:lvl5pPr algn="r">
              <a:defRPr sz="1350" b="0">
                <a:solidFill>
                  <a:srgbClr val="576969"/>
                </a:solidFill>
                <a:latin typeface="Calibri"/>
                <a:ea typeface="Calibri"/>
                <a:cs typeface="Calibri"/>
              </a:defRPr>
            </a:lvl5pPr>
            <a:lvl6pPr algn="r">
              <a:defRPr sz="1350" b="0">
                <a:solidFill>
                  <a:srgbClr val="576969"/>
                </a:solidFill>
                <a:latin typeface="Calibri"/>
                <a:ea typeface="Calibri"/>
                <a:cs typeface="Calibri"/>
              </a:defRPr>
            </a:lvl6pPr>
            <a:lvl7pPr algn="r">
              <a:defRPr sz="1350" b="0">
                <a:solidFill>
                  <a:srgbClr val="576969"/>
                </a:solidFill>
                <a:latin typeface="Calibri"/>
                <a:ea typeface="Calibri"/>
                <a:cs typeface="Calibri"/>
              </a:defRPr>
            </a:lvl7pPr>
            <a:lvl8pPr algn="r">
              <a:defRPr sz="1350" b="0">
                <a:solidFill>
                  <a:srgbClr val="576969"/>
                </a:solidFill>
                <a:latin typeface="Calibri"/>
                <a:ea typeface="Calibri"/>
                <a:cs typeface="Calibri"/>
              </a:defRPr>
            </a:lvl8pPr>
            <a:lvl9pPr algn="r">
              <a:defRPr sz="1350" b="0">
                <a:solidFill>
                  <a:srgbClr val="576969"/>
                </a:solidFill>
                <a:latin typeface="Calibri"/>
                <a:ea typeface="Calibri"/>
                <a:cs typeface="Calibri"/>
              </a:defRPr>
            </a:lvl9pPr>
          </a:lstStyle>
          <a:p xmlns:a="http://schemas.openxmlformats.org/drawingml/2006/main">
            <a:pPr algn="r">
              <a:defRPr sz="1350" b="0">
                <a:solidFill>
                  <a:srgbClr val="576969"/>
                </a:solidFill>
                <a:latin typeface="Calibri"/>
                <a:ea typeface="Calibri"/>
                <a:cs typeface="Calibri"/>
              </a:defRPr>
            </a:pPr>
            <a:r>
              <a:rPr sz="1350" b="0">
                <a:solidFill>
                  <a:srgbClr val="576969"/>
                </a:solidFill>
                <a:latin typeface="Calibri"/>
                <a:ea typeface="Calibri"/>
                <a:cs typeface="Calibri"/>
              </a:rPr>
              <a:t>12</a:t>
            </a:r>
          </a:p>
        </p:txBody>
      </p:sp>
      <p:sp>
        <p:nvSpPr>
          <p:cNvPr id="5" name="Approved memory">
            <a:extLst xmlns:a="http://schemas.openxmlformats.org/drawingml/2006/main">
              <a:ext uri="{FF2B5EF4-FFF2-40B4-BE49-F238E27FC236}">
                <a16:creationId xmlns:a16="http://schemas.microsoft.com/office/drawing/2014/main" id="{4B4C3873-BBA2-4F9B-AFA5-F9906BB62A10}"/>
              </a:ext>
            </a:extLst>
          </p:cNvPr>
          <p:cNvSpPr>
            <a:spLocks xmlns:a="http://schemas.openxmlformats.org/drawingml/2006/main" noGrp="1"/>
          </p:cNvSpPr>
          <p:nvPr/>
        </p:nvSpPr>
        <p:spPr>
          <a:xfrm xmlns:a="http://schemas.openxmlformats.org/drawingml/2006/main">
            <a:off x="628650" y="208597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47A70"/>
                </a:solidFill>
                <a:latin typeface="Calibri"/>
                <a:ea typeface="Calibri"/>
                <a:cs typeface="Calibri"/>
              </a:defRPr>
            </a:defPPr>
            <a:lvl1pPr algn="l">
              <a:defRPr sz="2175" b="1">
                <a:solidFill>
                  <a:srgbClr val="247A70"/>
                </a:solidFill>
                <a:latin typeface="Calibri"/>
                <a:ea typeface="Calibri"/>
                <a:cs typeface="Calibri"/>
              </a:defRPr>
            </a:lvl1pPr>
            <a:lvl2pPr algn="l">
              <a:defRPr sz="2175" b="1">
                <a:solidFill>
                  <a:srgbClr val="247A70"/>
                </a:solidFill>
                <a:latin typeface="Calibri"/>
                <a:ea typeface="Calibri"/>
                <a:cs typeface="Calibri"/>
              </a:defRPr>
            </a:lvl2pPr>
            <a:lvl3pPr algn="l">
              <a:defRPr sz="2175" b="1">
                <a:solidFill>
                  <a:srgbClr val="247A70"/>
                </a:solidFill>
                <a:latin typeface="Calibri"/>
                <a:ea typeface="Calibri"/>
                <a:cs typeface="Calibri"/>
              </a:defRPr>
            </a:lvl3pPr>
            <a:lvl4pPr algn="l">
              <a:defRPr sz="2175" b="1">
                <a:solidFill>
                  <a:srgbClr val="247A70"/>
                </a:solidFill>
                <a:latin typeface="Calibri"/>
                <a:ea typeface="Calibri"/>
                <a:cs typeface="Calibri"/>
              </a:defRPr>
            </a:lvl4pPr>
            <a:lvl5pPr algn="l">
              <a:defRPr sz="2175" b="1">
                <a:solidFill>
                  <a:srgbClr val="247A70"/>
                </a:solidFill>
                <a:latin typeface="Calibri"/>
                <a:ea typeface="Calibri"/>
                <a:cs typeface="Calibri"/>
              </a:defRPr>
            </a:lvl5pPr>
            <a:lvl6pPr algn="l">
              <a:defRPr sz="2175" b="1">
                <a:solidFill>
                  <a:srgbClr val="247A70"/>
                </a:solidFill>
                <a:latin typeface="Calibri"/>
                <a:ea typeface="Calibri"/>
                <a:cs typeface="Calibri"/>
              </a:defRPr>
            </a:lvl6pPr>
            <a:lvl7pPr algn="l">
              <a:defRPr sz="2175" b="1">
                <a:solidFill>
                  <a:srgbClr val="247A70"/>
                </a:solidFill>
                <a:latin typeface="Calibri"/>
                <a:ea typeface="Calibri"/>
                <a:cs typeface="Calibri"/>
              </a:defRPr>
            </a:lvl7pPr>
            <a:lvl8pPr algn="l">
              <a:defRPr sz="2175" b="1">
                <a:solidFill>
                  <a:srgbClr val="247A70"/>
                </a:solidFill>
                <a:latin typeface="Calibri"/>
                <a:ea typeface="Calibri"/>
                <a:cs typeface="Calibri"/>
              </a:defRPr>
            </a:lvl8pPr>
            <a:lvl9pPr algn="l">
              <a:defRPr sz="2175" b="1">
                <a:solidFill>
                  <a:srgbClr val="247A70"/>
                </a:solidFill>
                <a:latin typeface="Calibri"/>
                <a:ea typeface="Calibri"/>
                <a:cs typeface="Calibri"/>
              </a:defRPr>
            </a:lvl9pPr>
          </a:lstStyle>
          <a:p xmlns:a="http://schemas.openxmlformats.org/drawingml/2006/main">
            <a:pPr algn="l">
              <a:defRPr sz="2175" b="1">
                <a:solidFill>
                  <a:srgbClr val="247A70"/>
                </a:solidFill>
                <a:latin typeface="Calibri"/>
                <a:ea typeface="Calibri"/>
                <a:cs typeface="Calibri"/>
              </a:defRPr>
            </a:pPr>
            <a:r>
              <a:rPr sz="2175" b="1">
                <a:solidFill>
                  <a:srgbClr val="247A70"/>
                </a:solidFill>
                <a:latin typeface="Calibri"/>
                <a:ea typeface="Calibri"/>
                <a:cs typeface="Calibri"/>
              </a:rPr>
              <a:t>Approved memory</a:t>
            </a:r>
          </a:p>
        </p:txBody>
      </p:sp>
      <p:sp>
        <p:nvSpPr>
          <p:cNvPr id="6" name="Canonical identity, source, approval, versions and atomic rollback">
            <a:extLst xmlns:a="http://schemas.openxmlformats.org/drawingml/2006/main">
              <a:ext uri="{FF2B5EF4-FFF2-40B4-BE49-F238E27FC236}">
                <a16:creationId xmlns:a16="http://schemas.microsoft.com/office/drawing/2014/main" id="{1BF8AA67-3644-46EB-A9B9-9D7D09DBCEE8}"/>
              </a:ext>
            </a:extLst>
          </p:cNvPr>
          <p:cNvSpPr>
            <a:spLocks xmlns:a="http://schemas.openxmlformats.org/drawingml/2006/main" noGrp="1"/>
          </p:cNvSpPr>
          <p:nvPr/>
        </p:nvSpPr>
        <p:spPr>
          <a:xfrm xmlns:a="http://schemas.openxmlformats.org/drawingml/2006/main">
            <a:off x="4067175" y="2085975"/>
            <a:ext cx="746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Canonical identity, source, approval, versions and atomic rollback</a:t>
            </a:r>
          </a:p>
        </p:txBody>
      </p:sp>
      <p:sp>
        <p:nvSpPr>
          <p:cNvPr id="7" name="Context handling">
            <a:extLst xmlns:a="http://schemas.openxmlformats.org/drawingml/2006/main">
              <a:ext uri="{FF2B5EF4-FFF2-40B4-BE49-F238E27FC236}">
                <a16:creationId xmlns:a16="http://schemas.microsoft.com/office/drawing/2014/main" id="{B9D0D792-CE00-40A3-A4E9-49209C0ED43F}"/>
              </a:ext>
            </a:extLst>
          </p:cNvPr>
          <p:cNvSpPr>
            <a:spLocks xmlns:a="http://schemas.openxmlformats.org/drawingml/2006/main" noGrp="1"/>
          </p:cNvSpPr>
          <p:nvPr/>
        </p:nvSpPr>
        <p:spPr>
          <a:xfrm xmlns:a="http://schemas.openxmlformats.org/drawingml/2006/main">
            <a:off x="628650" y="292417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47A70"/>
                </a:solidFill>
                <a:latin typeface="Calibri"/>
                <a:ea typeface="Calibri"/>
                <a:cs typeface="Calibri"/>
              </a:defRPr>
            </a:defPPr>
            <a:lvl1pPr algn="l">
              <a:defRPr sz="2175" b="1">
                <a:solidFill>
                  <a:srgbClr val="247A70"/>
                </a:solidFill>
                <a:latin typeface="Calibri"/>
                <a:ea typeface="Calibri"/>
                <a:cs typeface="Calibri"/>
              </a:defRPr>
            </a:lvl1pPr>
            <a:lvl2pPr algn="l">
              <a:defRPr sz="2175" b="1">
                <a:solidFill>
                  <a:srgbClr val="247A70"/>
                </a:solidFill>
                <a:latin typeface="Calibri"/>
                <a:ea typeface="Calibri"/>
                <a:cs typeface="Calibri"/>
              </a:defRPr>
            </a:lvl2pPr>
            <a:lvl3pPr algn="l">
              <a:defRPr sz="2175" b="1">
                <a:solidFill>
                  <a:srgbClr val="247A70"/>
                </a:solidFill>
                <a:latin typeface="Calibri"/>
                <a:ea typeface="Calibri"/>
                <a:cs typeface="Calibri"/>
              </a:defRPr>
            </a:lvl3pPr>
            <a:lvl4pPr algn="l">
              <a:defRPr sz="2175" b="1">
                <a:solidFill>
                  <a:srgbClr val="247A70"/>
                </a:solidFill>
                <a:latin typeface="Calibri"/>
                <a:ea typeface="Calibri"/>
                <a:cs typeface="Calibri"/>
              </a:defRPr>
            </a:lvl4pPr>
            <a:lvl5pPr algn="l">
              <a:defRPr sz="2175" b="1">
                <a:solidFill>
                  <a:srgbClr val="247A70"/>
                </a:solidFill>
                <a:latin typeface="Calibri"/>
                <a:ea typeface="Calibri"/>
                <a:cs typeface="Calibri"/>
              </a:defRPr>
            </a:lvl5pPr>
            <a:lvl6pPr algn="l">
              <a:defRPr sz="2175" b="1">
                <a:solidFill>
                  <a:srgbClr val="247A70"/>
                </a:solidFill>
                <a:latin typeface="Calibri"/>
                <a:ea typeface="Calibri"/>
                <a:cs typeface="Calibri"/>
              </a:defRPr>
            </a:lvl6pPr>
            <a:lvl7pPr algn="l">
              <a:defRPr sz="2175" b="1">
                <a:solidFill>
                  <a:srgbClr val="247A70"/>
                </a:solidFill>
                <a:latin typeface="Calibri"/>
                <a:ea typeface="Calibri"/>
                <a:cs typeface="Calibri"/>
              </a:defRPr>
            </a:lvl7pPr>
            <a:lvl8pPr algn="l">
              <a:defRPr sz="2175" b="1">
                <a:solidFill>
                  <a:srgbClr val="247A70"/>
                </a:solidFill>
                <a:latin typeface="Calibri"/>
                <a:ea typeface="Calibri"/>
                <a:cs typeface="Calibri"/>
              </a:defRPr>
            </a:lvl8pPr>
            <a:lvl9pPr algn="l">
              <a:defRPr sz="2175" b="1">
                <a:solidFill>
                  <a:srgbClr val="247A70"/>
                </a:solidFill>
                <a:latin typeface="Calibri"/>
                <a:ea typeface="Calibri"/>
                <a:cs typeface="Calibri"/>
              </a:defRPr>
            </a:lvl9pPr>
          </a:lstStyle>
          <a:p xmlns:a="http://schemas.openxmlformats.org/drawingml/2006/main">
            <a:pPr algn="l">
              <a:defRPr sz="2175" b="1">
                <a:solidFill>
                  <a:srgbClr val="247A70"/>
                </a:solidFill>
                <a:latin typeface="Calibri"/>
                <a:ea typeface="Calibri"/>
                <a:cs typeface="Calibri"/>
              </a:defRPr>
            </a:pPr>
            <a:r>
              <a:rPr sz="2175" b="1">
                <a:solidFill>
                  <a:srgbClr val="247A70"/>
                </a:solidFill>
                <a:latin typeface="Calibri"/>
                <a:ea typeface="Calibri"/>
                <a:cs typeface="Calibri"/>
              </a:rPr>
              <a:t>Context handling</a:t>
            </a:r>
          </a:p>
        </p:txBody>
      </p:sp>
      <p:sp>
        <p:nvSpPr>
          <p:cNvPr id="8" name="Bounded retrieval, connected expansion and revision-aware history">
            <a:extLst xmlns:a="http://schemas.openxmlformats.org/drawingml/2006/main">
              <a:ext uri="{FF2B5EF4-FFF2-40B4-BE49-F238E27FC236}">
                <a16:creationId xmlns:a16="http://schemas.microsoft.com/office/drawing/2014/main" id="{87A2F8A3-E54A-4EA2-9151-48B9DC047A08}"/>
              </a:ext>
            </a:extLst>
          </p:cNvPr>
          <p:cNvSpPr>
            <a:spLocks xmlns:a="http://schemas.openxmlformats.org/drawingml/2006/main" noGrp="1"/>
          </p:cNvSpPr>
          <p:nvPr/>
        </p:nvSpPr>
        <p:spPr>
          <a:xfrm xmlns:a="http://schemas.openxmlformats.org/drawingml/2006/main">
            <a:off x="4067175" y="2924175"/>
            <a:ext cx="746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Bounded retrieval, connected expansion and revision-aware history</a:t>
            </a:r>
          </a:p>
        </p:txBody>
      </p:sp>
      <p:sp>
        <p:nvSpPr>
          <p:cNvPr id="9" name="Evidence and evaluation">
            <a:extLst xmlns:a="http://schemas.openxmlformats.org/drawingml/2006/main">
              <a:ext uri="{FF2B5EF4-FFF2-40B4-BE49-F238E27FC236}">
                <a16:creationId xmlns:a16="http://schemas.microsoft.com/office/drawing/2014/main" id="{3E9289F9-2658-4516-A221-9774A3FE08CC}"/>
              </a:ext>
            </a:extLst>
          </p:cNvPr>
          <p:cNvSpPr>
            <a:spLocks xmlns:a="http://schemas.openxmlformats.org/drawingml/2006/main" noGrp="1"/>
          </p:cNvSpPr>
          <p:nvPr/>
        </p:nvSpPr>
        <p:spPr>
          <a:xfrm xmlns:a="http://schemas.openxmlformats.org/drawingml/2006/main">
            <a:off x="628650" y="376237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47A70"/>
                </a:solidFill>
                <a:latin typeface="Calibri"/>
                <a:ea typeface="Calibri"/>
                <a:cs typeface="Calibri"/>
              </a:defRPr>
            </a:defPPr>
            <a:lvl1pPr algn="l">
              <a:defRPr sz="2175" b="1">
                <a:solidFill>
                  <a:srgbClr val="247A70"/>
                </a:solidFill>
                <a:latin typeface="Calibri"/>
                <a:ea typeface="Calibri"/>
                <a:cs typeface="Calibri"/>
              </a:defRPr>
            </a:lvl1pPr>
            <a:lvl2pPr algn="l">
              <a:defRPr sz="2175" b="1">
                <a:solidFill>
                  <a:srgbClr val="247A70"/>
                </a:solidFill>
                <a:latin typeface="Calibri"/>
                <a:ea typeface="Calibri"/>
                <a:cs typeface="Calibri"/>
              </a:defRPr>
            </a:lvl2pPr>
            <a:lvl3pPr algn="l">
              <a:defRPr sz="2175" b="1">
                <a:solidFill>
                  <a:srgbClr val="247A70"/>
                </a:solidFill>
                <a:latin typeface="Calibri"/>
                <a:ea typeface="Calibri"/>
                <a:cs typeface="Calibri"/>
              </a:defRPr>
            </a:lvl3pPr>
            <a:lvl4pPr algn="l">
              <a:defRPr sz="2175" b="1">
                <a:solidFill>
                  <a:srgbClr val="247A70"/>
                </a:solidFill>
                <a:latin typeface="Calibri"/>
                <a:ea typeface="Calibri"/>
                <a:cs typeface="Calibri"/>
              </a:defRPr>
            </a:lvl4pPr>
            <a:lvl5pPr algn="l">
              <a:defRPr sz="2175" b="1">
                <a:solidFill>
                  <a:srgbClr val="247A70"/>
                </a:solidFill>
                <a:latin typeface="Calibri"/>
                <a:ea typeface="Calibri"/>
                <a:cs typeface="Calibri"/>
              </a:defRPr>
            </a:lvl5pPr>
            <a:lvl6pPr algn="l">
              <a:defRPr sz="2175" b="1">
                <a:solidFill>
                  <a:srgbClr val="247A70"/>
                </a:solidFill>
                <a:latin typeface="Calibri"/>
                <a:ea typeface="Calibri"/>
                <a:cs typeface="Calibri"/>
              </a:defRPr>
            </a:lvl6pPr>
            <a:lvl7pPr algn="l">
              <a:defRPr sz="2175" b="1">
                <a:solidFill>
                  <a:srgbClr val="247A70"/>
                </a:solidFill>
                <a:latin typeface="Calibri"/>
                <a:ea typeface="Calibri"/>
                <a:cs typeface="Calibri"/>
              </a:defRPr>
            </a:lvl7pPr>
            <a:lvl8pPr algn="l">
              <a:defRPr sz="2175" b="1">
                <a:solidFill>
                  <a:srgbClr val="247A70"/>
                </a:solidFill>
                <a:latin typeface="Calibri"/>
                <a:ea typeface="Calibri"/>
                <a:cs typeface="Calibri"/>
              </a:defRPr>
            </a:lvl8pPr>
            <a:lvl9pPr algn="l">
              <a:defRPr sz="2175" b="1">
                <a:solidFill>
                  <a:srgbClr val="247A70"/>
                </a:solidFill>
                <a:latin typeface="Calibri"/>
                <a:ea typeface="Calibri"/>
                <a:cs typeface="Calibri"/>
              </a:defRPr>
            </a:lvl9pPr>
          </a:lstStyle>
          <a:p xmlns:a="http://schemas.openxmlformats.org/drawingml/2006/main">
            <a:pPr algn="l">
              <a:defRPr sz="2175" b="1">
                <a:solidFill>
                  <a:srgbClr val="247A70"/>
                </a:solidFill>
                <a:latin typeface="Calibri"/>
                <a:ea typeface="Calibri"/>
                <a:cs typeface="Calibri"/>
              </a:defRPr>
            </a:pPr>
            <a:r>
              <a:rPr sz="2175" b="1">
                <a:solidFill>
                  <a:srgbClr val="247A70"/>
                </a:solidFill>
                <a:latin typeface="Calibri"/>
                <a:ea typeface="Calibri"/>
                <a:cs typeface="Calibri"/>
              </a:rPr>
              <a:t>Evidence and evaluation</a:t>
            </a:r>
          </a:p>
        </p:txBody>
      </p:sp>
      <p:sp>
        <p:nvSpPr>
          <p:cNvPr id="10" name="Fixed protocols, recoverable ledgers, scoring and failure diagnosis">
            <a:extLst xmlns:a="http://schemas.openxmlformats.org/drawingml/2006/main">
              <a:ext uri="{FF2B5EF4-FFF2-40B4-BE49-F238E27FC236}">
                <a16:creationId xmlns:a16="http://schemas.microsoft.com/office/drawing/2014/main" id="{BFABA602-7111-4585-A371-8009BBC816FB}"/>
              </a:ext>
            </a:extLst>
          </p:cNvPr>
          <p:cNvSpPr>
            <a:spLocks xmlns:a="http://schemas.openxmlformats.org/drawingml/2006/main" noGrp="1"/>
          </p:cNvSpPr>
          <p:nvPr/>
        </p:nvSpPr>
        <p:spPr>
          <a:xfrm xmlns:a="http://schemas.openxmlformats.org/drawingml/2006/main">
            <a:off x="4067175" y="3762375"/>
            <a:ext cx="746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Fixed protocols, recoverable ledgers, scoring and failure diagnosis</a:t>
            </a:r>
          </a:p>
        </p:txBody>
      </p:sp>
      <p:sp>
        <p:nvSpPr>
          <p:cNvPr id="11" name="Usable delivery">
            <a:extLst xmlns:a="http://schemas.openxmlformats.org/drawingml/2006/main">
              <a:ext uri="{FF2B5EF4-FFF2-40B4-BE49-F238E27FC236}">
                <a16:creationId xmlns:a16="http://schemas.microsoft.com/office/drawing/2014/main" id="{9160C122-76BD-440E-9BB5-941A6253B7B0}"/>
              </a:ext>
            </a:extLst>
          </p:cNvPr>
          <p:cNvSpPr>
            <a:spLocks xmlns:a="http://schemas.openxmlformats.org/drawingml/2006/main" noGrp="1"/>
          </p:cNvSpPr>
          <p:nvPr/>
        </p:nvSpPr>
        <p:spPr>
          <a:xfrm xmlns:a="http://schemas.openxmlformats.org/drawingml/2006/main">
            <a:off x="628650" y="4600575"/>
            <a:ext cx="3190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47A70"/>
                </a:solidFill>
                <a:latin typeface="Calibri"/>
                <a:ea typeface="Calibri"/>
                <a:cs typeface="Calibri"/>
              </a:defRPr>
            </a:defPPr>
            <a:lvl1pPr algn="l">
              <a:defRPr sz="2175" b="1">
                <a:solidFill>
                  <a:srgbClr val="247A70"/>
                </a:solidFill>
                <a:latin typeface="Calibri"/>
                <a:ea typeface="Calibri"/>
                <a:cs typeface="Calibri"/>
              </a:defRPr>
            </a:lvl1pPr>
            <a:lvl2pPr algn="l">
              <a:defRPr sz="2175" b="1">
                <a:solidFill>
                  <a:srgbClr val="247A70"/>
                </a:solidFill>
                <a:latin typeface="Calibri"/>
                <a:ea typeface="Calibri"/>
                <a:cs typeface="Calibri"/>
              </a:defRPr>
            </a:lvl2pPr>
            <a:lvl3pPr algn="l">
              <a:defRPr sz="2175" b="1">
                <a:solidFill>
                  <a:srgbClr val="247A70"/>
                </a:solidFill>
                <a:latin typeface="Calibri"/>
                <a:ea typeface="Calibri"/>
                <a:cs typeface="Calibri"/>
              </a:defRPr>
            </a:lvl3pPr>
            <a:lvl4pPr algn="l">
              <a:defRPr sz="2175" b="1">
                <a:solidFill>
                  <a:srgbClr val="247A70"/>
                </a:solidFill>
                <a:latin typeface="Calibri"/>
                <a:ea typeface="Calibri"/>
                <a:cs typeface="Calibri"/>
              </a:defRPr>
            </a:lvl4pPr>
            <a:lvl5pPr algn="l">
              <a:defRPr sz="2175" b="1">
                <a:solidFill>
                  <a:srgbClr val="247A70"/>
                </a:solidFill>
                <a:latin typeface="Calibri"/>
                <a:ea typeface="Calibri"/>
                <a:cs typeface="Calibri"/>
              </a:defRPr>
            </a:lvl5pPr>
            <a:lvl6pPr algn="l">
              <a:defRPr sz="2175" b="1">
                <a:solidFill>
                  <a:srgbClr val="247A70"/>
                </a:solidFill>
                <a:latin typeface="Calibri"/>
                <a:ea typeface="Calibri"/>
                <a:cs typeface="Calibri"/>
              </a:defRPr>
            </a:lvl6pPr>
            <a:lvl7pPr algn="l">
              <a:defRPr sz="2175" b="1">
                <a:solidFill>
                  <a:srgbClr val="247A70"/>
                </a:solidFill>
                <a:latin typeface="Calibri"/>
                <a:ea typeface="Calibri"/>
                <a:cs typeface="Calibri"/>
              </a:defRPr>
            </a:lvl7pPr>
            <a:lvl8pPr algn="l">
              <a:defRPr sz="2175" b="1">
                <a:solidFill>
                  <a:srgbClr val="247A70"/>
                </a:solidFill>
                <a:latin typeface="Calibri"/>
                <a:ea typeface="Calibri"/>
                <a:cs typeface="Calibri"/>
              </a:defRPr>
            </a:lvl8pPr>
            <a:lvl9pPr algn="l">
              <a:defRPr sz="2175" b="1">
                <a:solidFill>
                  <a:srgbClr val="247A70"/>
                </a:solidFill>
                <a:latin typeface="Calibri"/>
                <a:ea typeface="Calibri"/>
                <a:cs typeface="Calibri"/>
              </a:defRPr>
            </a:lvl9pPr>
          </a:lstStyle>
          <a:p xmlns:a="http://schemas.openxmlformats.org/drawingml/2006/main">
            <a:pPr algn="l">
              <a:defRPr sz="2175" b="1">
                <a:solidFill>
                  <a:srgbClr val="247A70"/>
                </a:solidFill>
                <a:latin typeface="Calibri"/>
                <a:ea typeface="Calibri"/>
                <a:cs typeface="Calibri"/>
              </a:defRPr>
            </a:pPr>
            <a:r>
              <a:rPr sz="2175" b="1">
                <a:solidFill>
                  <a:srgbClr val="247A70"/>
                </a:solidFill>
                <a:latin typeface="Calibri"/>
                <a:ea typeface="Calibri"/>
                <a:cs typeface="Calibri"/>
              </a:rPr>
              <a:t>Usable delivery</a:t>
            </a:r>
          </a:p>
        </p:txBody>
      </p:sp>
      <p:sp>
        <p:nvSpPr>
          <p:cNvPr id="12" name="Chat, source/history views, results explorer, container and notebooks">
            <a:extLst xmlns:a="http://schemas.openxmlformats.org/drawingml/2006/main">
              <a:ext uri="{FF2B5EF4-FFF2-40B4-BE49-F238E27FC236}">
                <a16:creationId xmlns:a16="http://schemas.microsoft.com/office/drawing/2014/main" id="{D367128B-5789-493C-8674-ACAD05AA198F}"/>
              </a:ext>
            </a:extLst>
          </p:cNvPr>
          <p:cNvSpPr>
            <a:spLocks xmlns:a="http://schemas.openxmlformats.org/drawingml/2006/main" noGrp="1"/>
          </p:cNvSpPr>
          <p:nvPr/>
        </p:nvSpPr>
        <p:spPr>
          <a:xfrm xmlns:a="http://schemas.openxmlformats.org/drawingml/2006/main">
            <a:off x="4067175" y="4600575"/>
            <a:ext cx="7467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123039"/>
                </a:solidFill>
                <a:latin typeface="Calibri"/>
                <a:ea typeface="Calibri"/>
                <a:cs typeface="Calibri"/>
              </a:defRPr>
            </a:defPPr>
            <a:lvl1pPr algn="l">
              <a:defRPr sz="2100" b="0">
                <a:solidFill>
                  <a:srgbClr val="123039"/>
                </a:solidFill>
                <a:latin typeface="Calibri"/>
                <a:ea typeface="Calibri"/>
                <a:cs typeface="Calibri"/>
              </a:defRPr>
            </a:lvl1pPr>
            <a:lvl2pPr algn="l">
              <a:defRPr sz="2100" b="0">
                <a:solidFill>
                  <a:srgbClr val="123039"/>
                </a:solidFill>
                <a:latin typeface="Calibri"/>
                <a:ea typeface="Calibri"/>
                <a:cs typeface="Calibri"/>
              </a:defRPr>
            </a:lvl2pPr>
            <a:lvl3pPr algn="l">
              <a:defRPr sz="2100" b="0">
                <a:solidFill>
                  <a:srgbClr val="123039"/>
                </a:solidFill>
                <a:latin typeface="Calibri"/>
                <a:ea typeface="Calibri"/>
                <a:cs typeface="Calibri"/>
              </a:defRPr>
            </a:lvl3pPr>
            <a:lvl4pPr algn="l">
              <a:defRPr sz="2100" b="0">
                <a:solidFill>
                  <a:srgbClr val="123039"/>
                </a:solidFill>
                <a:latin typeface="Calibri"/>
                <a:ea typeface="Calibri"/>
                <a:cs typeface="Calibri"/>
              </a:defRPr>
            </a:lvl4pPr>
            <a:lvl5pPr algn="l">
              <a:defRPr sz="2100" b="0">
                <a:solidFill>
                  <a:srgbClr val="123039"/>
                </a:solidFill>
                <a:latin typeface="Calibri"/>
                <a:ea typeface="Calibri"/>
                <a:cs typeface="Calibri"/>
              </a:defRPr>
            </a:lvl5pPr>
            <a:lvl6pPr algn="l">
              <a:defRPr sz="2100" b="0">
                <a:solidFill>
                  <a:srgbClr val="123039"/>
                </a:solidFill>
                <a:latin typeface="Calibri"/>
                <a:ea typeface="Calibri"/>
                <a:cs typeface="Calibri"/>
              </a:defRPr>
            </a:lvl6pPr>
            <a:lvl7pPr algn="l">
              <a:defRPr sz="2100" b="0">
                <a:solidFill>
                  <a:srgbClr val="123039"/>
                </a:solidFill>
                <a:latin typeface="Calibri"/>
                <a:ea typeface="Calibri"/>
                <a:cs typeface="Calibri"/>
              </a:defRPr>
            </a:lvl7pPr>
            <a:lvl8pPr algn="l">
              <a:defRPr sz="2100" b="0">
                <a:solidFill>
                  <a:srgbClr val="123039"/>
                </a:solidFill>
                <a:latin typeface="Calibri"/>
                <a:ea typeface="Calibri"/>
                <a:cs typeface="Calibri"/>
              </a:defRPr>
            </a:lvl8pPr>
            <a:lvl9pPr algn="l">
              <a:defRPr sz="2100" b="0">
                <a:solidFill>
                  <a:srgbClr val="123039"/>
                </a:solidFill>
                <a:latin typeface="Calibri"/>
                <a:ea typeface="Calibri"/>
                <a:cs typeface="Calibri"/>
              </a:defRPr>
            </a:lvl9pPr>
          </a:lstStyle>
          <a:p xmlns:a="http://schemas.openxmlformats.org/drawingml/2006/main">
            <a:pPr algn="l">
              <a:defRPr sz="2100" b="0">
                <a:solidFill>
                  <a:srgbClr val="123039"/>
                </a:solidFill>
                <a:latin typeface="Calibri"/>
                <a:ea typeface="Calibri"/>
                <a:cs typeface="Calibri"/>
              </a:defRPr>
            </a:pPr>
            <a:r>
              <a:rPr sz="2100" b="0">
                <a:solidFill>
                  <a:srgbClr val="123039"/>
                </a:solidFill>
                <a:latin typeface="Calibri"/>
                <a:ea typeface="Calibri"/>
                <a:cs typeface="Calibri"/>
              </a:rPr>
              <a:t>Chat, source/history views, results explorer, container and notebooks</a:t>
            </a:r>
          </a:p>
        </p:txBody>
      </p:sp>
      <p:sp>
        <p:nvSpPr>
          <p:cNvPr id="13" name="Original retrieved ReasonKE_plus retained 124/124 baseline-correct locality answ">
            <a:extLst xmlns:a="http://schemas.openxmlformats.org/drawingml/2006/main">
              <a:ext uri="{FF2B5EF4-FFF2-40B4-BE49-F238E27FC236}">
                <a16:creationId xmlns:a16="http://schemas.microsoft.com/office/drawing/2014/main" id="{E64470FB-DAB1-4599-BDDA-A5F26F26E0D3}"/>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576969"/>
                </a:solidFill>
                <a:latin typeface="Calibri"/>
                <a:ea typeface="Calibri"/>
                <a:cs typeface="Calibri"/>
              </a:defRPr>
            </a:defPPr>
            <a:lvl1pPr algn="l">
              <a:defRPr sz="1575" b="0">
                <a:solidFill>
                  <a:srgbClr val="576969"/>
                </a:solidFill>
                <a:latin typeface="Calibri"/>
                <a:ea typeface="Calibri"/>
                <a:cs typeface="Calibri"/>
              </a:defRPr>
            </a:lvl1pPr>
            <a:lvl2pPr algn="l">
              <a:defRPr sz="1575" b="0">
                <a:solidFill>
                  <a:srgbClr val="576969"/>
                </a:solidFill>
                <a:latin typeface="Calibri"/>
                <a:ea typeface="Calibri"/>
                <a:cs typeface="Calibri"/>
              </a:defRPr>
            </a:lvl2pPr>
            <a:lvl3pPr algn="l">
              <a:defRPr sz="1575" b="0">
                <a:solidFill>
                  <a:srgbClr val="576969"/>
                </a:solidFill>
                <a:latin typeface="Calibri"/>
                <a:ea typeface="Calibri"/>
                <a:cs typeface="Calibri"/>
              </a:defRPr>
            </a:lvl3pPr>
            <a:lvl4pPr algn="l">
              <a:defRPr sz="1575" b="0">
                <a:solidFill>
                  <a:srgbClr val="576969"/>
                </a:solidFill>
                <a:latin typeface="Calibri"/>
                <a:ea typeface="Calibri"/>
                <a:cs typeface="Calibri"/>
              </a:defRPr>
            </a:lvl4pPr>
            <a:lvl5pPr algn="l">
              <a:defRPr sz="1575" b="0">
                <a:solidFill>
                  <a:srgbClr val="576969"/>
                </a:solidFill>
                <a:latin typeface="Calibri"/>
                <a:ea typeface="Calibri"/>
                <a:cs typeface="Calibri"/>
              </a:defRPr>
            </a:lvl5pPr>
            <a:lvl6pPr algn="l">
              <a:defRPr sz="1575" b="0">
                <a:solidFill>
                  <a:srgbClr val="576969"/>
                </a:solidFill>
                <a:latin typeface="Calibri"/>
                <a:ea typeface="Calibri"/>
                <a:cs typeface="Calibri"/>
              </a:defRPr>
            </a:lvl6pPr>
            <a:lvl7pPr algn="l">
              <a:defRPr sz="1575" b="0">
                <a:solidFill>
                  <a:srgbClr val="576969"/>
                </a:solidFill>
                <a:latin typeface="Calibri"/>
                <a:ea typeface="Calibri"/>
                <a:cs typeface="Calibri"/>
              </a:defRPr>
            </a:lvl7pPr>
            <a:lvl8pPr algn="l">
              <a:defRPr sz="1575" b="0">
                <a:solidFill>
                  <a:srgbClr val="576969"/>
                </a:solidFill>
                <a:latin typeface="Calibri"/>
                <a:ea typeface="Calibri"/>
                <a:cs typeface="Calibri"/>
              </a:defRPr>
            </a:lvl8pPr>
            <a:lvl9pPr algn="l">
              <a:defRPr sz="1575" b="0">
                <a:solidFill>
                  <a:srgbClr val="576969"/>
                </a:solidFill>
                <a:latin typeface="Calibri"/>
                <a:ea typeface="Calibri"/>
                <a:cs typeface="Calibri"/>
              </a:defRPr>
            </a:lvl9pPr>
          </a:lstStyle>
          <a:p xmlns:a="http://schemas.openxmlformats.org/drawingml/2006/main">
            <a:pPr algn="l">
              <a:defRPr sz="1575" b="0">
                <a:solidFill>
                  <a:srgbClr val="576969"/>
                </a:solidFill>
                <a:latin typeface="Calibri"/>
                <a:ea typeface="Calibri"/>
                <a:cs typeface="Calibri"/>
              </a:defRPr>
            </a:pPr>
            <a:r>
              <a:rPr sz="1575" b="0">
                <a:solidFill>
                  <a:srgbClr val="576969"/>
                </a:solidFill>
                <a:latin typeface="Calibri"/>
                <a:ea typeface="Calibri"/>
                <a:cs typeface="Calibri"/>
              </a:rPr>
              <a:t>Original retrieved ReasonKE_plus retained 124/124 baseline-correct locality answers.</a:t>
            </a:r>
          </a:p>
        </p:txBody>
      </p:sp>
    </p:spTree>
    <p:extLst>
      <p:ext uri="{BB962C8B-B14F-4D97-AF65-F5344CB8AC3E}">
        <p14:creationId xmlns:p14="http://schemas.microsoft.com/office/powerpoint/2010/main" val="1901429605"/>
      </p:ext>
    </p:extLst>
  </p:cSld>
  <p:transition advClick="0" advTm="50000"/>
</p:sld>
</file>

<file path=ppt/slides/slide13.xml><?xml version="1.0" encoding="utf-8"?>
<p:sld xmlns:p="http://schemas.openxmlformats.org/presentationml/2006/main">
  <p:cSld>
    <p:bg>
      <p:bgPr>
        <a:solidFill xmlns:a="http://schemas.openxmlformats.org/drawingml/2006/main">
          <a:srgbClr val="123039"/>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8736ED14-309D-423C-BB26-39DDE1D43523}"/>
              </a:ext>
            </a:extLst>
          </p:cNvPr>
          <p:cNvCxnSpPr>
            <a:stCxn xmlns:a="http://schemas.openxmlformats.org/drawingml/2006/main" id="6" idx="3"/>
            <a:endCxn xmlns:a="http://schemas.openxmlformats.org/drawingml/2006/main" id="7" idx="1"/>
          </p:cNvCxnSpPr>
          <p:nvPr/>
        </p:nvCxnSpPr>
        <p:spPr>
          <a:xfrm xmlns:a="http://schemas.openxmlformats.org/drawingml/2006/main">
            <a:off x="7810500" y="27908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cxnSp>
        <p:nvCxnSpPr>
          <p:cNvPr id="8" name="">
            <a:extLst xmlns:a="http://schemas.openxmlformats.org/drawingml/2006/main">
              <a:ext uri="{FF2B5EF4-FFF2-40B4-BE49-F238E27FC236}">
                <a16:creationId xmlns:a16="http://schemas.microsoft.com/office/drawing/2014/main" id="{B689C2CC-9DE9-4173-A054-E31B3052C0AD}"/>
              </a:ext>
            </a:extLst>
          </p:cNvPr>
          <p:cNvCxnSpPr>
            <a:stCxn xmlns:a="http://schemas.openxmlformats.org/drawingml/2006/main" id="5" idx="3"/>
            <a:endCxn xmlns:a="http://schemas.openxmlformats.org/drawingml/2006/main" id="6" idx="1"/>
          </p:cNvCxnSpPr>
          <p:nvPr/>
        </p:nvCxnSpPr>
        <p:spPr>
          <a:xfrm xmlns:a="http://schemas.openxmlformats.org/drawingml/2006/main">
            <a:off x="4038600" y="2790825"/>
            <a:ext cx="342900" cy="0"/>
          </a:xfrm>
          <a:prstGeom xmlns:a="http://schemas.openxmlformats.org/drawingml/2006/main" prst="straightConnector1">
            <a:avLst/>
          </a:prstGeom>
          <a:ln xmlns:a="http://schemas.openxmlformats.org/drawingml/2006/main" w="20955">
            <a:solidFill>
              <a:srgbClr val="247A70"/>
            </a:solidFill>
            <a:tailEnd type="arrow" w="med" len="med"/>
          </a:ln>
        </p:spPr>
      </p:cxnSp>
      <p:sp>
        <p:nvSpPr>
          <p:cNvPr id="14" name="Next Milestone: Model Training and Broader Evaluation">
            <a:extLst xmlns:a="http://schemas.openxmlformats.org/drawingml/2006/main">
              <a:ext uri="{FF2B5EF4-FFF2-40B4-BE49-F238E27FC236}">
                <a16:creationId xmlns:a16="http://schemas.microsoft.com/office/drawing/2014/main" id="{5A071599-E34A-4E8A-A85F-AD84CD466933}"/>
              </a:ext>
            </a:extLst>
          </p:cNvPr>
          <p:cNvSpPr>
            <a:spLocks xmlns:a="http://schemas.openxmlformats.org/drawingml/2006/main" noGrp="1"/>
          </p:cNvSpPr>
          <p:nvPr/>
        </p:nvSpPr>
        <p:spPr>
          <a:xfrm xmlns:a="http://schemas.openxmlformats.org/drawingml/2006/main">
            <a:off x="609600" y="352425"/>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FFFFFF"/>
                </a:solidFill>
                <a:latin typeface="Calibri"/>
                <a:ea typeface="Calibri"/>
                <a:cs typeface="Calibri"/>
              </a:defRPr>
            </a:defPPr>
            <a:lvl1pPr algn="l">
              <a:defRPr sz="3150" b="1">
                <a:solidFill>
                  <a:srgbClr val="FFFFFF"/>
                </a:solidFill>
                <a:latin typeface="Calibri"/>
                <a:ea typeface="Calibri"/>
                <a:cs typeface="Calibri"/>
              </a:defRPr>
            </a:lvl1pPr>
            <a:lvl2pPr algn="l">
              <a:defRPr sz="3150" b="1">
                <a:solidFill>
                  <a:srgbClr val="FFFFFF"/>
                </a:solidFill>
                <a:latin typeface="Calibri"/>
                <a:ea typeface="Calibri"/>
                <a:cs typeface="Calibri"/>
              </a:defRPr>
            </a:lvl2pPr>
            <a:lvl3pPr algn="l">
              <a:defRPr sz="3150" b="1">
                <a:solidFill>
                  <a:srgbClr val="FFFFFF"/>
                </a:solidFill>
                <a:latin typeface="Calibri"/>
                <a:ea typeface="Calibri"/>
                <a:cs typeface="Calibri"/>
              </a:defRPr>
            </a:lvl3pPr>
            <a:lvl4pPr algn="l">
              <a:defRPr sz="3150" b="1">
                <a:solidFill>
                  <a:srgbClr val="FFFFFF"/>
                </a:solidFill>
                <a:latin typeface="Calibri"/>
                <a:ea typeface="Calibri"/>
                <a:cs typeface="Calibri"/>
              </a:defRPr>
            </a:lvl4pPr>
            <a:lvl5pPr algn="l">
              <a:defRPr sz="3150" b="1">
                <a:solidFill>
                  <a:srgbClr val="FFFFFF"/>
                </a:solidFill>
                <a:latin typeface="Calibri"/>
                <a:ea typeface="Calibri"/>
                <a:cs typeface="Calibri"/>
              </a:defRPr>
            </a:lvl5pPr>
            <a:lvl6pPr algn="l">
              <a:defRPr sz="3150" b="1">
                <a:solidFill>
                  <a:srgbClr val="FFFFFF"/>
                </a:solidFill>
                <a:latin typeface="Calibri"/>
                <a:ea typeface="Calibri"/>
                <a:cs typeface="Calibri"/>
              </a:defRPr>
            </a:lvl6pPr>
            <a:lvl7pPr algn="l">
              <a:defRPr sz="3150" b="1">
                <a:solidFill>
                  <a:srgbClr val="FFFFFF"/>
                </a:solidFill>
                <a:latin typeface="Calibri"/>
                <a:ea typeface="Calibri"/>
                <a:cs typeface="Calibri"/>
              </a:defRPr>
            </a:lvl7pPr>
            <a:lvl8pPr algn="l">
              <a:defRPr sz="3150" b="1">
                <a:solidFill>
                  <a:srgbClr val="FFFFFF"/>
                </a:solidFill>
                <a:latin typeface="Calibri"/>
                <a:ea typeface="Calibri"/>
                <a:cs typeface="Calibri"/>
              </a:defRPr>
            </a:lvl8pPr>
            <a:lvl9pPr algn="l">
              <a:defRPr sz="3150" b="1">
                <a:solidFill>
                  <a:srgbClr val="FFFFFF"/>
                </a:solidFill>
                <a:latin typeface="Calibri"/>
                <a:ea typeface="Calibri"/>
                <a:cs typeface="Calibri"/>
              </a:defRPr>
            </a:lvl9pPr>
          </a:lstStyle>
          <a:p xmlns:a="http://schemas.openxmlformats.org/drawingml/2006/main">
            <a:pPr algn="l">
              <a:defRPr sz="3150" b="1">
                <a:solidFill>
                  <a:srgbClr val="FFFFFF"/>
                </a:solidFill>
                <a:latin typeface="Calibri"/>
                <a:ea typeface="Calibri"/>
                <a:cs typeface="Calibri"/>
              </a:defRPr>
            </a:pPr>
            <a:r>
              <a:rPr sz="3150" b="1">
                <a:solidFill>
                  <a:srgbClr val="FFFFFF"/>
                </a:solidFill>
                <a:latin typeface="Calibri"/>
                <a:ea typeface="Calibri"/>
                <a:cs typeface="Calibri"/>
              </a:rPr>
              <a:t>Next Milestone: Model Training and Broader Evaluation</a:t>
            </a:r>
          </a:p>
        </p:txBody>
      </p:sp>
      <p:sp>
        <p:nvSpPr>
          <p:cNvPr id="2" name="A focused, matched adaptation study.">
            <a:extLst xmlns:a="http://schemas.openxmlformats.org/drawingml/2006/main">
              <a:ext uri="{FF2B5EF4-FFF2-40B4-BE49-F238E27FC236}">
                <a16:creationId xmlns:a16="http://schemas.microsoft.com/office/drawing/2014/main" id="{308A75C7-5FBF-4FDC-BD96-1CC839A6D90D}"/>
              </a:ext>
            </a:extLst>
          </p:cNvPr>
          <p:cNvSpPr>
            <a:spLocks xmlns:a="http://schemas.openxmlformats.org/drawingml/2006/main" noGrp="1"/>
          </p:cNvSpPr>
          <p:nvPr/>
        </p:nvSpPr>
        <p:spPr>
          <a:xfrm xmlns:a="http://schemas.openxmlformats.org/drawingml/2006/main">
            <a:off x="628650" y="1390650"/>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C9DDD7"/>
                </a:solidFill>
                <a:latin typeface="Calibri"/>
                <a:ea typeface="Calibri"/>
                <a:cs typeface="Calibri"/>
              </a:defRPr>
            </a:defPPr>
            <a:lvl1pPr algn="l">
              <a:defRPr sz="1875" b="0">
                <a:solidFill>
                  <a:srgbClr val="C9DDD7"/>
                </a:solidFill>
                <a:latin typeface="Calibri"/>
                <a:ea typeface="Calibri"/>
                <a:cs typeface="Calibri"/>
              </a:defRPr>
            </a:lvl1pPr>
            <a:lvl2pPr algn="l">
              <a:defRPr sz="1875" b="0">
                <a:solidFill>
                  <a:srgbClr val="C9DDD7"/>
                </a:solidFill>
                <a:latin typeface="Calibri"/>
                <a:ea typeface="Calibri"/>
                <a:cs typeface="Calibri"/>
              </a:defRPr>
            </a:lvl2pPr>
            <a:lvl3pPr algn="l">
              <a:defRPr sz="1875" b="0">
                <a:solidFill>
                  <a:srgbClr val="C9DDD7"/>
                </a:solidFill>
                <a:latin typeface="Calibri"/>
                <a:ea typeface="Calibri"/>
                <a:cs typeface="Calibri"/>
              </a:defRPr>
            </a:lvl3pPr>
            <a:lvl4pPr algn="l">
              <a:defRPr sz="1875" b="0">
                <a:solidFill>
                  <a:srgbClr val="C9DDD7"/>
                </a:solidFill>
                <a:latin typeface="Calibri"/>
                <a:ea typeface="Calibri"/>
                <a:cs typeface="Calibri"/>
              </a:defRPr>
            </a:lvl4pPr>
            <a:lvl5pPr algn="l">
              <a:defRPr sz="1875" b="0">
                <a:solidFill>
                  <a:srgbClr val="C9DDD7"/>
                </a:solidFill>
                <a:latin typeface="Calibri"/>
                <a:ea typeface="Calibri"/>
                <a:cs typeface="Calibri"/>
              </a:defRPr>
            </a:lvl5pPr>
            <a:lvl6pPr algn="l">
              <a:defRPr sz="1875" b="0">
                <a:solidFill>
                  <a:srgbClr val="C9DDD7"/>
                </a:solidFill>
                <a:latin typeface="Calibri"/>
                <a:ea typeface="Calibri"/>
                <a:cs typeface="Calibri"/>
              </a:defRPr>
            </a:lvl6pPr>
            <a:lvl7pPr algn="l">
              <a:defRPr sz="1875" b="0">
                <a:solidFill>
                  <a:srgbClr val="C9DDD7"/>
                </a:solidFill>
                <a:latin typeface="Calibri"/>
                <a:ea typeface="Calibri"/>
                <a:cs typeface="Calibri"/>
              </a:defRPr>
            </a:lvl7pPr>
            <a:lvl8pPr algn="l">
              <a:defRPr sz="1875" b="0">
                <a:solidFill>
                  <a:srgbClr val="C9DDD7"/>
                </a:solidFill>
                <a:latin typeface="Calibri"/>
                <a:ea typeface="Calibri"/>
                <a:cs typeface="Calibri"/>
              </a:defRPr>
            </a:lvl8pPr>
            <a:lvl9pPr algn="l">
              <a:defRPr sz="1875" b="0">
                <a:solidFill>
                  <a:srgbClr val="C9DDD7"/>
                </a:solidFill>
                <a:latin typeface="Calibri"/>
                <a:ea typeface="Calibri"/>
                <a:cs typeface="Calibri"/>
              </a:defRPr>
            </a:lvl9pPr>
          </a:lstStyle>
          <a:p xmlns:a="http://schemas.openxmlformats.org/drawingml/2006/main">
            <a:pPr algn="l">
              <a:defRPr sz="1875" b="0">
                <a:solidFill>
                  <a:srgbClr val="C9DDD7"/>
                </a:solidFill>
                <a:latin typeface="Calibri"/>
                <a:ea typeface="Calibri"/>
                <a:cs typeface="Calibri"/>
              </a:defRPr>
            </a:pPr>
            <a:r>
              <a:rPr sz="1875" b="0">
                <a:solidFill>
                  <a:srgbClr val="C9DDD7"/>
                </a:solidFill>
                <a:latin typeface="Calibri"/>
                <a:ea typeface="Calibri"/>
                <a:cs typeface="Calibri"/>
              </a:rPr>
              <a:t>A focused, matched adaptation study.</a:t>
            </a:r>
          </a:p>
        </p:txBody>
      </p:sp>
      <p:sp>
        <p:nvSpPr>
          <p:cNvPr id="3" name="Verity">
            <a:extLst xmlns:a="http://schemas.openxmlformats.org/drawingml/2006/main">
              <a:ext uri="{FF2B5EF4-FFF2-40B4-BE49-F238E27FC236}">
                <a16:creationId xmlns:a16="http://schemas.microsoft.com/office/drawing/2014/main" id="{F69AFAFB-2270-41D6-97DE-AA49AA9C6E21}"/>
              </a:ext>
            </a:extLst>
          </p:cNvPr>
          <p:cNvSpPr>
            <a:spLocks xmlns:a="http://schemas.openxmlformats.org/drawingml/2006/main" noGrp="1"/>
          </p:cNvSpPr>
          <p:nvPr/>
        </p:nvSpPr>
        <p:spPr>
          <a:xfrm xmlns:a="http://schemas.openxmlformats.org/drawingml/2006/main">
            <a:off x="609600" y="6429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C9DDD7"/>
                </a:solidFill>
                <a:latin typeface="Calibri"/>
                <a:ea typeface="Calibri"/>
                <a:cs typeface="Calibri"/>
              </a:defRPr>
            </a:defPPr>
            <a:lvl1pPr algn="l">
              <a:defRPr sz="1350" b="0">
                <a:solidFill>
                  <a:srgbClr val="C9DDD7"/>
                </a:solidFill>
                <a:latin typeface="Calibri"/>
                <a:ea typeface="Calibri"/>
                <a:cs typeface="Calibri"/>
              </a:defRPr>
            </a:lvl1pPr>
            <a:lvl2pPr algn="l">
              <a:defRPr sz="1350" b="0">
                <a:solidFill>
                  <a:srgbClr val="C9DDD7"/>
                </a:solidFill>
                <a:latin typeface="Calibri"/>
                <a:ea typeface="Calibri"/>
                <a:cs typeface="Calibri"/>
              </a:defRPr>
            </a:lvl2pPr>
            <a:lvl3pPr algn="l">
              <a:defRPr sz="1350" b="0">
                <a:solidFill>
                  <a:srgbClr val="C9DDD7"/>
                </a:solidFill>
                <a:latin typeface="Calibri"/>
                <a:ea typeface="Calibri"/>
                <a:cs typeface="Calibri"/>
              </a:defRPr>
            </a:lvl3pPr>
            <a:lvl4pPr algn="l">
              <a:defRPr sz="1350" b="0">
                <a:solidFill>
                  <a:srgbClr val="C9DDD7"/>
                </a:solidFill>
                <a:latin typeface="Calibri"/>
                <a:ea typeface="Calibri"/>
                <a:cs typeface="Calibri"/>
              </a:defRPr>
            </a:lvl4pPr>
            <a:lvl5pPr algn="l">
              <a:defRPr sz="1350" b="0">
                <a:solidFill>
                  <a:srgbClr val="C9DDD7"/>
                </a:solidFill>
                <a:latin typeface="Calibri"/>
                <a:ea typeface="Calibri"/>
                <a:cs typeface="Calibri"/>
              </a:defRPr>
            </a:lvl5pPr>
            <a:lvl6pPr algn="l">
              <a:defRPr sz="1350" b="0">
                <a:solidFill>
                  <a:srgbClr val="C9DDD7"/>
                </a:solidFill>
                <a:latin typeface="Calibri"/>
                <a:ea typeface="Calibri"/>
                <a:cs typeface="Calibri"/>
              </a:defRPr>
            </a:lvl6pPr>
            <a:lvl7pPr algn="l">
              <a:defRPr sz="1350" b="0">
                <a:solidFill>
                  <a:srgbClr val="C9DDD7"/>
                </a:solidFill>
                <a:latin typeface="Calibri"/>
                <a:ea typeface="Calibri"/>
                <a:cs typeface="Calibri"/>
              </a:defRPr>
            </a:lvl7pPr>
            <a:lvl8pPr algn="l">
              <a:defRPr sz="1350" b="0">
                <a:solidFill>
                  <a:srgbClr val="C9DDD7"/>
                </a:solidFill>
                <a:latin typeface="Calibri"/>
                <a:ea typeface="Calibri"/>
                <a:cs typeface="Calibri"/>
              </a:defRPr>
            </a:lvl8pPr>
            <a:lvl9pPr algn="l">
              <a:defRPr sz="1350" b="0">
                <a:solidFill>
                  <a:srgbClr val="C9DDD7"/>
                </a:solidFill>
                <a:latin typeface="Calibri"/>
                <a:ea typeface="Calibri"/>
                <a:cs typeface="Calibri"/>
              </a:defRPr>
            </a:lvl9pPr>
          </a:lstStyle>
          <a:p xmlns:a="http://schemas.openxmlformats.org/drawingml/2006/main">
            <a:pPr algn="l">
              <a:defRPr sz="1350" b="0">
                <a:solidFill>
                  <a:srgbClr val="C9DDD7"/>
                </a:solidFill>
                <a:latin typeface="Calibri"/>
                <a:ea typeface="Calibri"/>
                <a:cs typeface="Calibri"/>
              </a:defRPr>
            </a:pPr>
            <a:r>
              <a:rPr sz="1350" b="0">
                <a:solidFill>
                  <a:srgbClr val="C9DDD7"/>
                </a:solidFill>
                <a:latin typeface="Calibri"/>
                <a:ea typeface="Calibri"/>
                <a:cs typeface="Calibri"/>
              </a:rPr>
              <a:t>Verity</a:t>
            </a:r>
          </a:p>
        </p:txBody>
      </p:sp>
      <p:sp>
        <p:nvSpPr>
          <p:cNvPr id="4" name="13">
            <a:extLst xmlns:a="http://schemas.openxmlformats.org/drawingml/2006/main">
              <a:ext uri="{FF2B5EF4-FFF2-40B4-BE49-F238E27FC236}">
                <a16:creationId xmlns:a16="http://schemas.microsoft.com/office/drawing/2014/main" id="{48243692-AA1C-413F-9D04-C5CCAE17DB15}"/>
              </a:ext>
            </a:extLst>
          </p:cNvPr>
          <p:cNvSpPr>
            <a:spLocks xmlns:a="http://schemas.openxmlformats.org/drawingml/2006/main" noGrp="1"/>
          </p:cNvSpPr>
          <p:nvPr/>
        </p:nvSpPr>
        <p:spPr>
          <a:xfrm xmlns:a="http://schemas.openxmlformats.org/drawingml/2006/main">
            <a:off x="11268075" y="642937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0">
                <a:solidFill>
                  <a:srgbClr val="C9DDD7"/>
                </a:solidFill>
                <a:latin typeface="Calibri"/>
                <a:ea typeface="Calibri"/>
                <a:cs typeface="Calibri"/>
              </a:defRPr>
            </a:defPPr>
            <a:lvl1pPr algn="r">
              <a:defRPr sz="1350" b="0">
                <a:solidFill>
                  <a:srgbClr val="C9DDD7"/>
                </a:solidFill>
                <a:latin typeface="Calibri"/>
                <a:ea typeface="Calibri"/>
                <a:cs typeface="Calibri"/>
              </a:defRPr>
            </a:lvl1pPr>
            <a:lvl2pPr algn="r">
              <a:defRPr sz="1350" b="0">
                <a:solidFill>
                  <a:srgbClr val="C9DDD7"/>
                </a:solidFill>
                <a:latin typeface="Calibri"/>
                <a:ea typeface="Calibri"/>
                <a:cs typeface="Calibri"/>
              </a:defRPr>
            </a:lvl2pPr>
            <a:lvl3pPr algn="r">
              <a:defRPr sz="1350" b="0">
                <a:solidFill>
                  <a:srgbClr val="C9DDD7"/>
                </a:solidFill>
                <a:latin typeface="Calibri"/>
                <a:ea typeface="Calibri"/>
                <a:cs typeface="Calibri"/>
              </a:defRPr>
            </a:lvl3pPr>
            <a:lvl4pPr algn="r">
              <a:defRPr sz="1350" b="0">
                <a:solidFill>
                  <a:srgbClr val="C9DDD7"/>
                </a:solidFill>
                <a:latin typeface="Calibri"/>
                <a:ea typeface="Calibri"/>
                <a:cs typeface="Calibri"/>
              </a:defRPr>
            </a:lvl4pPr>
            <a:lvl5pPr algn="r">
              <a:defRPr sz="1350" b="0">
                <a:solidFill>
                  <a:srgbClr val="C9DDD7"/>
                </a:solidFill>
                <a:latin typeface="Calibri"/>
                <a:ea typeface="Calibri"/>
                <a:cs typeface="Calibri"/>
              </a:defRPr>
            </a:lvl5pPr>
            <a:lvl6pPr algn="r">
              <a:defRPr sz="1350" b="0">
                <a:solidFill>
                  <a:srgbClr val="C9DDD7"/>
                </a:solidFill>
                <a:latin typeface="Calibri"/>
                <a:ea typeface="Calibri"/>
                <a:cs typeface="Calibri"/>
              </a:defRPr>
            </a:lvl6pPr>
            <a:lvl7pPr algn="r">
              <a:defRPr sz="1350" b="0">
                <a:solidFill>
                  <a:srgbClr val="C9DDD7"/>
                </a:solidFill>
                <a:latin typeface="Calibri"/>
                <a:ea typeface="Calibri"/>
                <a:cs typeface="Calibri"/>
              </a:defRPr>
            </a:lvl7pPr>
            <a:lvl8pPr algn="r">
              <a:defRPr sz="1350" b="0">
                <a:solidFill>
                  <a:srgbClr val="C9DDD7"/>
                </a:solidFill>
                <a:latin typeface="Calibri"/>
                <a:ea typeface="Calibri"/>
                <a:cs typeface="Calibri"/>
              </a:defRPr>
            </a:lvl8pPr>
            <a:lvl9pPr algn="r">
              <a:defRPr sz="1350" b="0">
                <a:solidFill>
                  <a:srgbClr val="C9DDD7"/>
                </a:solidFill>
                <a:latin typeface="Calibri"/>
                <a:ea typeface="Calibri"/>
                <a:cs typeface="Calibri"/>
              </a:defRPr>
            </a:lvl9pPr>
          </a:lstStyle>
          <a:p xmlns:a="http://schemas.openxmlformats.org/drawingml/2006/main">
            <a:pPr algn="r">
              <a:defRPr sz="1350" b="0">
                <a:solidFill>
                  <a:srgbClr val="C9DDD7"/>
                </a:solidFill>
                <a:latin typeface="Calibri"/>
                <a:ea typeface="Calibri"/>
                <a:cs typeface="Calibri"/>
              </a:defRPr>
            </a:pPr>
            <a:r>
              <a:rPr sz="1350" b="0">
                <a:solidFill>
                  <a:srgbClr val="C9DDD7"/>
                </a:solidFill>
                <a:latin typeface="Calibri"/>
                <a:ea typeface="Calibri"/>
                <a:cs typeface="Calibri"/>
              </a:rPr>
              <a:t>13</a:t>
            </a:r>
          </a:p>
        </p:txBody>
      </p:sp>
      <p:sp>
        <p:nvSpPr>
          <p:cNvPr id="5" name="Instruction baseline">
            <a:extLst xmlns:a="http://schemas.openxmlformats.org/drawingml/2006/main">
              <a:ext uri="{FF2B5EF4-FFF2-40B4-BE49-F238E27FC236}">
                <a16:creationId xmlns:a16="http://schemas.microsoft.com/office/drawing/2014/main" id="{4C910B50-F30F-4714-91CB-085A67285E74}"/>
              </a:ext>
            </a:extLst>
          </p:cNvPr>
          <p:cNvSpPr>
            <a:spLocks xmlns:a="http://schemas.openxmlformats.org/drawingml/2006/main" noGrp="1"/>
          </p:cNvSpPr>
          <p:nvPr/>
        </p:nvSpPr>
        <p:spPr>
          <a:xfrm xmlns:a="http://schemas.openxmlformats.org/drawingml/2006/main">
            <a:off x="609600" y="2276475"/>
            <a:ext cx="3429000" cy="102870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475">
                <a:solidFill>
                  <a:srgbClr val="123039"/>
                </a:solidFill>
                <a:latin typeface="Calibri"/>
                <a:ea typeface="Calibri"/>
                <a:cs typeface="Calibri"/>
              </a:defRPr>
            </a:defPPr>
            <a:lvl1pPr algn="ctr">
              <a:defRPr sz="2475">
                <a:solidFill>
                  <a:srgbClr val="123039"/>
                </a:solidFill>
                <a:latin typeface="Calibri"/>
                <a:ea typeface="Calibri"/>
                <a:cs typeface="Calibri"/>
              </a:defRPr>
            </a:lvl1pPr>
            <a:lvl2pPr algn="ctr">
              <a:defRPr sz="2475">
                <a:solidFill>
                  <a:srgbClr val="123039"/>
                </a:solidFill>
                <a:latin typeface="Calibri"/>
                <a:ea typeface="Calibri"/>
                <a:cs typeface="Calibri"/>
              </a:defRPr>
            </a:lvl2pPr>
            <a:lvl3pPr algn="ctr">
              <a:defRPr sz="2475">
                <a:solidFill>
                  <a:srgbClr val="123039"/>
                </a:solidFill>
                <a:latin typeface="Calibri"/>
                <a:ea typeface="Calibri"/>
                <a:cs typeface="Calibri"/>
              </a:defRPr>
            </a:lvl3pPr>
            <a:lvl4pPr algn="ctr">
              <a:defRPr sz="2475">
                <a:solidFill>
                  <a:srgbClr val="123039"/>
                </a:solidFill>
                <a:latin typeface="Calibri"/>
                <a:ea typeface="Calibri"/>
                <a:cs typeface="Calibri"/>
              </a:defRPr>
            </a:lvl4pPr>
            <a:lvl5pPr algn="ctr">
              <a:defRPr sz="2475">
                <a:solidFill>
                  <a:srgbClr val="123039"/>
                </a:solidFill>
                <a:latin typeface="Calibri"/>
                <a:ea typeface="Calibri"/>
                <a:cs typeface="Calibri"/>
              </a:defRPr>
            </a:lvl5pPr>
            <a:lvl6pPr algn="ctr">
              <a:defRPr sz="2475">
                <a:solidFill>
                  <a:srgbClr val="123039"/>
                </a:solidFill>
                <a:latin typeface="Calibri"/>
                <a:ea typeface="Calibri"/>
                <a:cs typeface="Calibri"/>
              </a:defRPr>
            </a:lvl6pPr>
            <a:lvl7pPr algn="ctr">
              <a:defRPr sz="2475">
                <a:solidFill>
                  <a:srgbClr val="123039"/>
                </a:solidFill>
                <a:latin typeface="Calibri"/>
                <a:ea typeface="Calibri"/>
                <a:cs typeface="Calibri"/>
              </a:defRPr>
            </a:lvl7pPr>
            <a:lvl8pPr algn="ctr">
              <a:defRPr sz="2475">
                <a:solidFill>
                  <a:srgbClr val="123039"/>
                </a:solidFill>
                <a:latin typeface="Calibri"/>
                <a:ea typeface="Calibri"/>
                <a:cs typeface="Calibri"/>
              </a:defRPr>
            </a:lvl8pPr>
            <a:lvl9pPr algn="ctr">
              <a:defRPr sz="2475">
                <a:solidFill>
                  <a:srgbClr val="123039"/>
                </a:solidFill>
                <a:latin typeface="Calibri"/>
                <a:ea typeface="Calibri"/>
                <a:cs typeface="Calibri"/>
              </a:defRPr>
            </a:lvl9pPr>
          </a:lstStyle>
          <a:p xmlns:a="http://schemas.openxmlformats.org/drawingml/2006/main">
            <a:pPr algn="ctr">
              <a:defRPr sz="2475">
                <a:solidFill>
                  <a:srgbClr val="123039"/>
                </a:solidFill>
                <a:latin typeface="Calibri"/>
                <a:ea typeface="Calibri"/>
                <a:cs typeface="Calibri"/>
              </a:defRPr>
            </a:pPr>
            <a:r>
              <a:rPr sz="2475">
                <a:solidFill>
                  <a:srgbClr val="123039"/>
                </a:solidFill>
                <a:latin typeface="Calibri"/>
                <a:ea typeface="Calibri"/>
                <a:cs typeface="Calibri"/>
              </a:rPr>
              <a:t>Instruction baseline</a:t>
            </a:r>
          </a:p>
        </p:txBody>
      </p:sp>
      <p:sp>
        <p:nvSpPr>
          <p:cNvPr id="6" name="SFT">
            <a:extLst xmlns:a="http://schemas.openxmlformats.org/drawingml/2006/main">
              <a:ext uri="{FF2B5EF4-FFF2-40B4-BE49-F238E27FC236}">
                <a16:creationId xmlns:a16="http://schemas.microsoft.com/office/drawing/2014/main" id="{C96E876D-CC13-4B50-9EB6-F5422F0BD6AC}"/>
              </a:ext>
            </a:extLst>
          </p:cNvPr>
          <p:cNvSpPr>
            <a:spLocks xmlns:a="http://schemas.openxmlformats.org/drawingml/2006/main" noGrp="1"/>
          </p:cNvSpPr>
          <p:nvPr/>
        </p:nvSpPr>
        <p:spPr>
          <a:xfrm xmlns:a="http://schemas.openxmlformats.org/drawingml/2006/main">
            <a:off x="4381500" y="2276475"/>
            <a:ext cx="3429000" cy="1028700"/>
          </a:xfrm>
          <a:prstGeom xmlns:a="http://schemas.openxmlformats.org/drawingml/2006/main" prst="rect">
            <a:avLst/>
          </a:prstGeom>
          <a:solidFill xmlns:a="http://schemas.openxmlformats.org/drawingml/2006/main">
            <a:srgbClr val="E7EEEA"/>
          </a:solidFill>
          <a:ln xmlns:a="http://schemas.openxmlformats.org/drawingml/2006/main" w="9525">
            <a:solidFill>
              <a:srgbClr val="D7DFDA"/>
            </a:solidFill>
          </a:ln>
        </p:spPr>
        <p:txBody>
          <a:bodyPr xmlns:a="http://schemas.openxmlformats.org/drawingml/2006/main" wrap="square" lIns="123825" tIns="123825" rIns="123825" bIns="123825" anchor="ctr"/>
          <a:lstStyle xmlns:a="http://schemas.openxmlformats.org/drawingml/2006/main">
            <a:defPPr algn="ctr">
              <a:defRPr sz="2475">
                <a:solidFill>
                  <a:srgbClr val="123039"/>
                </a:solidFill>
                <a:latin typeface="Calibri"/>
                <a:ea typeface="Calibri"/>
                <a:cs typeface="Calibri"/>
              </a:defRPr>
            </a:defPPr>
            <a:lvl1pPr algn="ctr">
              <a:defRPr sz="2475">
                <a:solidFill>
                  <a:srgbClr val="123039"/>
                </a:solidFill>
                <a:latin typeface="Calibri"/>
                <a:ea typeface="Calibri"/>
                <a:cs typeface="Calibri"/>
              </a:defRPr>
            </a:lvl1pPr>
            <a:lvl2pPr algn="ctr">
              <a:defRPr sz="2475">
                <a:solidFill>
                  <a:srgbClr val="123039"/>
                </a:solidFill>
                <a:latin typeface="Calibri"/>
                <a:ea typeface="Calibri"/>
                <a:cs typeface="Calibri"/>
              </a:defRPr>
            </a:lvl2pPr>
            <a:lvl3pPr algn="ctr">
              <a:defRPr sz="2475">
                <a:solidFill>
                  <a:srgbClr val="123039"/>
                </a:solidFill>
                <a:latin typeface="Calibri"/>
                <a:ea typeface="Calibri"/>
                <a:cs typeface="Calibri"/>
              </a:defRPr>
            </a:lvl3pPr>
            <a:lvl4pPr algn="ctr">
              <a:defRPr sz="2475">
                <a:solidFill>
                  <a:srgbClr val="123039"/>
                </a:solidFill>
                <a:latin typeface="Calibri"/>
                <a:ea typeface="Calibri"/>
                <a:cs typeface="Calibri"/>
              </a:defRPr>
            </a:lvl4pPr>
            <a:lvl5pPr algn="ctr">
              <a:defRPr sz="2475">
                <a:solidFill>
                  <a:srgbClr val="123039"/>
                </a:solidFill>
                <a:latin typeface="Calibri"/>
                <a:ea typeface="Calibri"/>
                <a:cs typeface="Calibri"/>
              </a:defRPr>
            </a:lvl5pPr>
            <a:lvl6pPr algn="ctr">
              <a:defRPr sz="2475">
                <a:solidFill>
                  <a:srgbClr val="123039"/>
                </a:solidFill>
                <a:latin typeface="Calibri"/>
                <a:ea typeface="Calibri"/>
                <a:cs typeface="Calibri"/>
              </a:defRPr>
            </a:lvl6pPr>
            <a:lvl7pPr algn="ctr">
              <a:defRPr sz="2475">
                <a:solidFill>
                  <a:srgbClr val="123039"/>
                </a:solidFill>
                <a:latin typeface="Calibri"/>
                <a:ea typeface="Calibri"/>
                <a:cs typeface="Calibri"/>
              </a:defRPr>
            </a:lvl7pPr>
            <a:lvl8pPr algn="ctr">
              <a:defRPr sz="2475">
                <a:solidFill>
                  <a:srgbClr val="123039"/>
                </a:solidFill>
                <a:latin typeface="Calibri"/>
                <a:ea typeface="Calibri"/>
                <a:cs typeface="Calibri"/>
              </a:defRPr>
            </a:lvl8pPr>
            <a:lvl9pPr algn="ctr">
              <a:defRPr sz="2475">
                <a:solidFill>
                  <a:srgbClr val="123039"/>
                </a:solidFill>
                <a:latin typeface="Calibri"/>
                <a:ea typeface="Calibri"/>
                <a:cs typeface="Calibri"/>
              </a:defRPr>
            </a:lvl9pPr>
          </a:lstStyle>
          <a:p xmlns:a="http://schemas.openxmlformats.org/drawingml/2006/main">
            <a:pPr algn="ctr">
              <a:defRPr sz="2475">
                <a:solidFill>
                  <a:srgbClr val="123039"/>
                </a:solidFill>
                <a:latin typeface="Calibri"/>
                <a:ea typeface="Calibri"/>
                <a:cs typeface="Calibri"/>
              </a:defRPr>
            </a:pPr>
            <a:r>
              <a:rPr sz="2475">
                <a:solidFill>
                  <a:srgbClr val="123039"/>
                </a:solidFill>
                <a:latin typeface="Calibri"/>
                <a:ea typeface="Calibri"/>
                <a:cs typeface="Calibri"/>
              </a:rPr>
              <a:t>SFT</a:t>
            </a:r>
          </a:p>
        </p:txBody>
      </p:sp>
      <p:sp>
        <p:nvSpPr>
          <p:cNvPr id="7" name="SFT + PPO">
            <a:extLst xmlns:a="http://schemas.openxmlformats.org/drawingml/2006/main">
              <a:ext uri="{FF2B5EF4-FFF2-40B4-BE49-F238E27FC236}">
                <a16:creationId xmlns:a16="http://schemas.microsoft.com/office/drawing/2014/main" id="{57C093B2-1386-45A8-A938-330CB55BFDA5}"/>
              </a:ext>
            </a:extLst>
          </p:cNvPr>
          <p:cNvSpPr>
            <a:spLocks xmlns:a="http://schemas.openxmlformats.org/drawingml/2006/main" noGrp="1"/>
          </p:cNvSpPr>
          <p:nvPr/>
        </p:nvSpPr>
        <p:spPr>
          <a:xfrm xmlns:a="http://schemas.openxmlformats.org/drawingml/2006/main">
            <a:off x="8153400" y="2276475"/>
            <a:ext cx="3429000" cy="1028700"/>
          </a:xfrm>
          <a:prstGeom xmlns:a="http://schemas.openxmlformats.org/drawingml/2006/main" prst="rect">
            <a:avLst/>
          </a:prstGeom>
          <a:solidFill xmlns:a="http://schemas.openxmlformats.org/drawingml/2006/main">
            <a:srgbClr val="247A70"/>
          </a:solidFill>
          <a:ln xmlns:a="http://schemas.openxmlformats.org/drawingml/2006/main" w="9525">
            <a:solidFill>
              <a:srgbClr val="247A70"/>
            </a:solidFill>
          </a:ln>
        </p:spPr>
        <p:txBody>
          <a:bodyPr xmlns:a="http://schemas.openxmlformats.org/drawingml/2006/main" wrap="square" lIns="123825" tIns="123825" rIns="123825" bIns="123825" anchor="ctr"/>
          <a:lstStyle xmlns:a="http://schemas.openxmlformats.org/drawingml/2006/main">
            <a:defPPr algn="ctr">
              <a:defRPr sz="2475">
                <a:solidFill>
                  <a:srgbClr val="FFFFFF"/>
                </a:solidFill>
                <a:latin typeface="Calibri"/>
                <a:ea typeface="Calibri"/>
                <a:cs typeface="Calibri"/>
              </a:defRPr>
            </a:defPPr>
            <a:lvl1pPr algn="ctr">
              <a:defRPr sz="2475">
                <a:solidFill>
                  <a:srgbClr val="FFFFFF"/>
                </a:solidFill>
                <a:latin typeface="Calibri"/>
                <a:ea typeface="Calibri"/>
                <a:cs typeface="Calibri"/>
              </a:defRPr>
            </a:lvl1pPr>
            <a:lvl2pPr algn="ctr">
              <a:defRPr sz="2475">
                <a:solidFill>
                  <a:srgbClr val="FFFFFF"/>
                </a:solidFill>
                <a:latin typeface="Calibri"/>
                <a:ea typeface="Calibri"/>
                <a:cs typeface="Calibri"/>
              </a:defRPr>
            </a:lvl2pPr>
            <a:lvl3pPr algn="ctr">
              <a:defRPr sz="2475">
                <a:solidFill>
                  <a:srgbClr val="FFFFFF"/>
                </a:solidFill>
                <a:latin typeface="Calibri"/>
                <a:ea typeface="Calibri"/>
                <a:cs typeface="Calibri"/>
              </a:defRPr>
            </a:lvl3pPr>
            <a:lvl4pPr algn="ctr">
              <a:defRPr sz="2475">
                <a:solidFill>
                  <a:srgbClr val="FFFFFF"/>
                </a:solidFill>
                <a:latin typeface="Calibri"/>
                <a:ea typeface="Calibri"/>
                <a:cs typeface="Calibri"/>
              </a:defRPr>
            </a:lvl4pPr>
            <a:lvl5pPr algn="ctr">
              <a:defRPr sz="2475">
                <a:solidFill>
                  <a:srgbClr val="FFFFFF"/>
                </a:solidFill>
                <a:latin typeface="Calibri"/>
                <a:ea typeface="Calibri"/>
                <a:cs typeface="Calibri"/>
              </a:defRPr>
            </a:lvl5pPr>
            <a:lvl6pPr algn="ctr">
              <a:defRPr sz="2475">
                <a:solidFill>
                  <a:srgbClr val="FFFFFF"/>
                </a:solidFill>
                <a:latin typeface="Calibri"/>
                <a:ea typeface="Calibri"/>
                <a:cs typeface="Calibri"/>
              </a:defRPr>
            </a:lvl6pPr>
            <a:lvl7pPr algn="ctr">
              <a:defRPr sz="2475">
                <a:solidFill>
                  <a:srgbClr val="FFFFFF"/>
                </a:solidFill>
                <a:latin typeface="Calibri"/>
                <a:ea typeface="Calibri"/>
                <a:cs typeface="Calibri"/>
              </a:defRPr>
            </a:lvl7pPr>
            <a:lvl8pPr algn="ctr">
              <a:defRPr sz="2475">
                <a:solidFill>
                  <a:srgbClr val="FFFFFF"/>
                </a:solidFill>
                <a:latin typeface="Calibri"/>
                <a:ea typeface="Calibri"/>
                <a:cs typeface="Calibri"/>
              </a:defRPr>
            </a:lvl8pPr>
            <a:lvl9pPr algn="ctr">
              <a:defRPr sz="2475">
                <a:solidFill>
                  <a:srgbClr val="FFFFFF"/>
                </a:solidFill>
                <a:latin typeface="Calibri"/>
                <a:ea typeface="Calibri"/>
                <a:cs typeface="Calibri"/>
              </a:defRPr>
            </a:lvl9pPr>
          </a:lstStyle>
          <a:p xmlns:a="http://schemas.openxmlformats.org/drawingml/2006/main">
            <a:pPr algn="ctr">
              <a:defRPr sz="2475">
                <a:solidFill>
                  <a:srgbClr val="FFFFFF"/>
                </a:solidFill>
                <a:latin typeface="Calibri"/>
                <a:ea typeface="Calibri"/>
                <a:cs typeface="Calibri"/>
              </a:defRPr>
            </a:pPr>
            <a:r>
              <a:rPr sz="2475">
                <a:solidFill>
                  <a:srgbClr val="FFFFFF"/>
                </a:solidFill>
                <a:latin typeface="Calibri"/>
                <a:ea typeface="Calibri"/>
                <a:cs typeface="Calibri"/>
              </a:rPr>
              <a:t>SFT + PPO</a:t>
            </a:r>
          </a:p>
        </p:txBody>
      </p:sp>
      <p:sp>
        <p:nvSpPr>
          <p:cNvPr id="10" name="Reviewed edit data and a profiled pilot">
            <a:extLst xmlns:a="http://schemas.openxmlformats.org/drawingml/2006/main">
              <a:ext uri="{FF2B5EF4-FFF2-40B4-BE49-F238E27FC236}">
                <a16:creationId xmlns:a16="http://schemas.microsoft.com/office/drawing/2014/main" id="{43AA5347-A2C8-4B06-A0E8-E02451ABB652}"/>
              </a:ext>
            </a:extLst>
          </p:cNvPr>
          <p:cNvSpPr>
            <a:spLocks xmlns:a="http://schemas.openxmlformats.org/drawingml/2006/main" noGrp="1"/>
          </p:cNvSpPr>
          <p:nvPr/>
        </p:nvSpPr>
        <p:spPr>
          <a:xfrm xmlns:a="http://schemas.openxmlformats.org/drawingml/2006/main">
            <a:off x="628650" y="38004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FFFFFF"/>
                </a:solidFill>
                <a:latin typeface="Calibri"/>
                <a:ea typeface="Calibri"/>
                <a:cs typeface="Calibri"/>
              </a:defRPr>
            </a:defPPr>
            <a:lvl1pPr algn="l">
              <a:defRPr sz="2325" b="1">
                <a:solidFill>
                  <a:srgbClr val="FFFFFF"/>
                </a:solidFill>
                <a:latin typeface="Calibri"/>
                <a:ea typeface="Calibri"/>
                <a:cs typeface="Calibri"/>
              </a:defRPr>
            </a:lvl1pPr>
            <a:lvl2pPr algn="l">
              <a:defRPr sz="2325" b="1">
                <a:solidFill>
                  <a:srgbClr val="FFFFFF"/>
                </a:solidFill>
                <a:latin typeface="Calibri"/>
                <a:ea typeface="Calibri"/>
                <a:cs typeface="Calibri"/>
              </a:defRPr>
            </a:lvl2pPr>
            <a:lvl3pPr algn="l">
              <a:defRPr sz="2325" b="1">
                <a:solidFill>
                  <a:srgbClr val="FFFFFF"/>
                </a:solidFill>
                <a:latin typeface="Calibri"/>
                <a:ea typeface="Calibri"/>
                <a:cs typeface="Calibri"/>
              </a:defRPr>
            </a:lvl3pPr>
            <a:lvl4pPr algn="l">
              <a:defRPr sz="2325" b="1">
                <a:solidFill>
                  <a:srgbClr val="FFFFFF"/>
                </a:solidFill>
                <a:latin typeface="Calibri"/>
                <a:ea typeface="Calibri"/>
                <a:cs typeface="Calibri"/>
              </a:defRPr>
            </a:lvl4pPr>
            <a:lvl5pPr algn="l">
              <a:defRPr sz="2325" b="1">
                <a:solidFill>
                  <a:srgbClr val="FFFFFF"/>
                </a:solidFill>
                <a:latin typeface="Calibri"/>
                <a:ea typeface="Calibri"/>
                <a:cs typeface="Calibri"/>
              </a:defRPr>
            </a:lvl5pPr>
            <a:lvl6pPr algn="l">
              <a:defRPr sz="2325" b="1">
                <a:solidFill>
                  <a:srgbClr val="FFFFFF"/>
                </a:solidFill>
                <a:latin typeface="Calibri"/>
                <a:ea typeface="Calibri"/>
                <a:cs typeface="Calibri"/>
              </a:defRPr>
            </a:lvl6pPr>
            <a:lvl7pPr algn="l">
              <a:defRPr sz="2325" b="1">
                <a:solidFill>
                  <a:srgbClr val="FFFFFF"/>
                </a:solidFill>
                <a:latin typeface="Calibri"/>
                <a:ea typeface="Calibri"/>
                <a:cs typeface="Calibri"/>
              </a:defRPr>
            </a:lvl7pPr>
            <a:lvl8pPr algn="l">
              <a:defRPr sz="2325" b="1">
                <a:solidFill>
                  <a:srgbClr val="FFFFFF"/>
                </a:solidFill>
                <a:latin typeface="Calibri"/>
                <a:ea typeface="Calibri"/>
                <a:cs typeface="Calibri"/>
              </a:defRPr>
            </a:lvl8pPr>
            <a:lvl9pPr algn="l">
              <a:defRPr sz="2325" b="1">
                <a:solidFill>
                  <a:srgbClr val="FFFFFF"/>
                </a:solidFill>
                <a:latin typeface="Calibri"/>
                <a:ea typeface="Calibri"/>
                <a:cs typeface="Calibri"/>
              </a:defRPr>
            </a:lvl9pPr>
          </a:lstStyle>
          <a:p xmlns:a="http://schemas.openxmlformats.org/drawingml/2006/main">
            <a:pPr algn="l">
              <a:defRPr sz="2325" b="1">
                <a:solidFill>
                  <a:srgbClr val="FFFFFF"/>
                </a:solidFill>
                <a:latin typeface="Calibri"/>
                <a:ea typeface="Calibri"/>
                <a:cs typeface="Calibri"/>
              </a:defRPr>
            </a:pPr>
            <a:r>
              <a:rPr sz="2325" b="1">
                <a:solidFill>
                  <a:srgbClr val="FFFFFF"/>
                </a:solidFill>
                <a:latin typeface="Calibri"/>
                <a:ea typeface="Calibri"/>
                <a:cs typeface="Calibri"/>
              </a:rPr>
              <a:t>Reviewed edit data and a profiled pilot</a:t>
            </a:r>
          </a:p>
        </p:txBody>
      </p:sp>
      <p:sp>
        <p:nvSpPr>
          <p:cNvPr id="11" name="Unseen entities and wording. Larger memories and deeper questions.">
            <a:extLst xmlns:a="http://schemas.openxmlformats.org/drawingml/2006/main">
              <a:ext uri="{FF2B5EF4-FFF2-40B4-BE49-F238E27FC236}">
                <a16:creationId xmlns:a16="http://schemas.microsoft.com/office/drawing/2014/main" id="{09DBDDDB-7973-4B40-A246-0A5091FAAA00}"/>
              </a:ext>
            </a:extLst>
          </p:cNvPr>
          <p:cNvSpPr>
            <a:spLocks xmlns:a="http://schemas.openxmlformats.org/drawingml/2006/main" noGrp="1"/>
          </p:cNvSpPr>
          <p:nvPr/>
        </p:nvSpPr>
        <p:spPr>
          <a:xfrm xmlns:a="http://schemas.openxmlformats.org/drawingml/2006/main">
            <a:off x="628650" y="457200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0">
                <a:solidFill>
                  <a:srgbClr val="D9E8E2"/>
                </a:solidFill>
                <a:latin typeface="Calibri"/>
                <a:ea typeface="Calibri"/>
                <a:cs typeface="Calibri"/>
              </a:defRPr>
            </a:defPPr>
            <a:lvl1pPr algn="l">
              <a:defRPr sz="2175" b="0">
                <a:solidFill>
                  <a:srgbClr val="D9E8E2"/>
                </a:solidFill>
                <a:latin typeface="Calibri"/>
                <a:ea typeface="Calibri"/>
                <a:cs typeface="Calibri"/>
              </a:defRPr>
            </a:lvl1pPr>
            <a:lvl2pPr algn="l">
              <a:defRPr sz="2175" b="0">
                <a:solidFill>
                  <a:srgbClr val="D9E8E2"/>
                </a:solidFill>
                <a:latin typeface="Calibri"/>
                <a:ea typeface="Calibri"/>
                <a:cs typeface="Calibri"/>
              </a:defRPr>
            </a:lvl2pPr>
            <a:lvl3pPr algn="l">
              <a:defRPr sz="2175" b="0">
                <a:solidFill>
                  <a:srgbClr val="D9E8E2"/>
                </a:solidFill>
                <a:latin typeface="Calibri"/>
                <a:ea typeface="Calibri"/>
                <a:cs typeface="Calibri"/>
              </a:defRPr>
            </a:lvl3pPr>
            <a:lvl4pPr algn="l">
              <a:defRPr sz="2175" b="0">
                <a:solidFill>
                  <a:srgbClr val="D9E8E2"/>
                </a:solidFill>
                <a:latin typeface="Calibri"/>
                <a:ea typeface="Calibri"/>
                <a:cs typeface="Calibri"/>
              </a:defRPr>
            </a:lvl4pPr>
            <a:lvl5pPr algn="l">
              <a:defRPr sz="2175" b="0">
                <a:solidFill>
                  <a:srgbClr val="D9E8E2"/>
                </a:solidFill>
                <a:latin typeface="Calibri"/>
                <a:ea typeface="Calibri"/>
                <a:cs typeface="Calibri"/>
              </a:defRPr>
            </a:lvl5pPr>
            <a:lvl6pPr algn="l">
              <a:defRPr sz="2175" b="0">
                <a:solidFill>
                  <a:srgbClr val="D9E8E2"/>
                </a:solidFill>
                <a:latin typeface="Calibri"/>
                <a:ea typeface="Calibri"/>
                <a:cs typeface="Calibri"/>
              </a:defRPr>
            </a:lvl6pPr>
            <a:lvl7pPr algn="l">
              <a:defRPr sz="2175" b="0">
                <a:solidFill>
                  <a:srgbClr val="D9E8E2"/>
                </a:solidFill>
                <a:latin typeface="Calibri"/>
                <a:ea typeface="Calibri"/>
                <a:cs typeface="Calibri"/>
              </a:defRPr>
            </a:lvl7pPr>
            <a:lvl8pPr algn="l">
              <a:defRPr sz="2175" b="0">
                <a:solidFill>
                  <a:srgbClr val="D9E8E2"/>
                </a:solidFill>
                <a:latin typeface="Calibri"/>
                <a:ea typeface="Calibri"/>
                <a:cs typeface="Calibri"/>
              </a:defRPr>
            </a:lvl8pPr>
            <a:lvl9pPr algn="l">
              <a:defRPr sz="2175" b="0">
                <a:solidFill>
                  <a:srgbClr val="D9E8E2"/>
                </a:solidFill>
                <a:latin typeface="Calibri"/>
                <a:ea typeface="Calibri"/>
                <a:cs typeface="Calibri"/>
              </a:defRPr>
            </a:lvl9pPr>
          </a:lstStyle>
          <a:p xmlns:a="http://schemas.openxmlformats.org/drawingml/2006/main">
            <a:pPr algn="l">
              <a:defRPr sz="2175" b="0">
                <a:solidFill>
                  <a:srgbClr val="D9E8E2"/>
                </a:solidFill>
                <a:latin typeface="Calibri"/>
                <a:ea typeface="Calibri"/>
                <a:cs typeface="Calibri"/>
              </a:defRPr>
            </a:pPr>
            <a:r>
              <a:rPr sz="2175" b="0">
                <a:solidFill>
                  <a:srgbClr val="D9E8E2"/>
                </a:solidFill>
                <a:latin typeface="Calibri"/>
                <a:ea typeface="Calibri"/>
                <a:cs typeface="Calibri"/>
              </a:rPr>
              <a:t>Unseen entities and wording. Larger memories and deeper questions.</a:t>
            </a:r>
          </a:p>
        </p:txBody>
      </p:sp>
      <p:sp>
        <p:nvSpPr>
          <p:cNvPr id="12" name="Same retrieval and budgets. Accuracy, locality, coverage, latency and resources.">
            <a:extLst xmlns:a="http://schemas.openxmlformats.org/drawingml/2006/main">
              <a:ext uri="{FF2B5EF4-FFF2-40B4-BE49-F238E27FC236}">
                <a16:creationId xmlns:a16="http://schemas.microsoft.com/office/drawing/2014/main" id="{F0511008-689F-49D4-8724-CF07BBA0B44D}"/>
              </a:ext>
            </a:extLst>
          </p:cNvPr>
          <p:cNvSpPr>
            <a:spLocks xmlns:a="http://schemas.openxmlformats.org/drawingml/2006/main" noGrp="1"/>
          </p:cNvSpPr>
          <p:nvPr/>
        </p:nvSpPr>
        <p:spPr>
          <a:xfrm xmlns:a="http://schemas.openxmlformats.org/drawingml/2006/main">
            <a:off x="628650" y="5276850"/>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0">
                <a:solidFill>
                  <a:srgbClr val="D9E8E2"/>
                </a:solidFill>
                <a:latin typeface="Calibri"/>
                <a:ea typeface="Calibri"/>
                <a:cs typeface="Calibri"/>
              </a:defRPr>
            </a:defPPr>
            <a:lvl1pPr algn="l">
              <a:defRPr sz="2025" b="0">
                <a:solidFill>
                  <a:srgbClr val="D9E8E2"/>
                </a:solidFill>
                <a:latin typeface="Calibri"/>
                <a:ea typeface="Calibri"/>
                <a:cs typeface="Calibri"/>
              </a:defRPr>
            </a:lvl1pPr>
            <a:lvl2pPr algn="l">
              <a:defRPr sz="2025" b="0">
                <a:solidFill>
                  <a:srgbClr val="D9E8E2"/>
                </a:solidFill>
                <a:latin typeface="Calibri"/>
                <a:ea typeface="Calibri"/>
                <a:cs typeface="Calibri"/>
              </a:defRPr>
            </a:lvl2pPr>
            <a:lvl3pPr algn="l">
              <a:defRPr sz="2025" b="0">
                <a:solidFill>
                  <a:srgbClr val="D9E8E2"/>
                </a:solidFill>
                <a:latin typeface="Calibri"/>
                <a:ea typeface="Calibri"/>
                <a:cs typeface="Calibri"/>
              </a:defRPr>
            </a:lvl3pPr>
            <a:lvl4pPr algn="l">
              <a:defRPr sz="2025" b="0">
                <a:solidFill>
                  <a:srgbClr val="D9E8E2"/>
                </a:solidFill>
                <a:latin typeface="Calibri"/>
                <a:ea typeface="Calibri"/>
                <a:cs typeface="Calibri"/>
              </a:defRPr>
            </a:lvl4pPr>
            <a:lvl5pPr algn="l">
              <a:defRPr sz="2025" b="0">
                <a:solidFill>
                  <a:srgbClr val="D9E8E2"/>
                </a:solidFill>
                <a:latin typeface="Calibri"/>
                <a:ea typeface="Calibri"/>
                <a:cs typeface="Calibri"/>
              </a:defRPr>
            </a:lvl5pPr>
            <a:lvl6pPr algn="l">
              <a:defRPr sz="2025" b="0">
                <a:solidFill>
                  <a:srgbClr val="D9E8E2"/>
                </a:solidFill>
                <a:latin typeface="Calibri"/>
                <a:ea typeface="Calibri"/>
                <a:cs typeface="Calibri"/>
              </a:defRPr>
            </a:lvl6pPr>
            <a:lvl7pPr algn="l">
              <a:defRPr sz="2025" b="0">
                <a:solidFill>
                  <a:srgbClr val="D9E8E2"/>
                </a:solidFill>
                <a:latin typeface="Calibri"/>
                <a:ea typeface="Calibri"/>
                <a:cs typeface="Calibri"/>
              </a:defRPr>
            </a:lvl7pPr>
            <a:lvl8pPr algn="l">
              <a:defRPr sz="2025" b="0">
                <a:solidFill>
                  <a:srgbClr val="D9E8E2"/>
                </a:solidFill>
                <a:latin typeface="Calibri"/>
                <a:ea typeface="Calibri"/>
                <a:cs typeface="Calibri"/>
              </a:defRPr>
            </a:lvl8pPr>
            <a:lvl9pPr algn="l">
              <a:defRPr sz="2025" b="0">
                <a:solidFill>
                  <a:srgbClr val="D9E8E2"/>
                </a:solidFill>
                <a:latin typeface="Calibri"/>
                <a:ea typeface="Calibri"/>
                <a:cs typeface="Calibri"/>
              </a:defRPr>
            </a:lvl9pPr>
          </a:lstStyle>
          <a:p xmlns:a="http://schemas.openxmlformats.org/drawingml/2006/main">
            <a:pPr algn="l">
              <a:defRPr sz="2025" b="0">
                <a:solidFill>
                  <a:srgbClr val="D9E8E2"/>
                </a:solidFill>
                <a:latin typeface="Calibri"/>
                <a:ea typeface="Calibri"/>
                <a:cs typeface="Calibri"/>
              </a:defRPr>
            </a:pPr>
            <a:r>
              <a:rPr sz="2025" b="0">
                <a:solidFill>
                  <a:srgbClr val="D9E8E2"/>
                </a:solidFill>
                <a:latin typeface="Calibri"/>
                <a:ea typeface="Calibri"/>
                <a:cs typeface="Calibri"/>
              </a:rPr>
              <a:t>Same retrieval and budgets. Accuracy, locality, coverage, latency and resources.</a:t>
            </a:r>
          </a:p>
        </p:txBody>
      </p:sp>
      <p:sp>
        <p:nvSpPr>
          <p:cNvPr id="13" name="Planned research question: does adaptation improve transfer and robustness?">
            <a:extLst xmlns:a="http://schemas.openxmlformats.org/drawingml/2006/main">
              <a:ext uri="{FF2B5EF4-FFF2-40B4-BE49-F238E27FC236}">
                <a16:creationId xmlns:a16="http://schemas.microsoft.com/office/drawing/2014/main" id="{2520647E-6AC5-4FC8-B270-FD1823EB637B}"/>
              </a:ext>
            </a:extLst>
          </p:cNvPr>
          <p:cNvSpPr>
            <a:spLocks xmlns:a="http://schemas.openxmlformats.org/drawingml/2006/main" noGrp="1"/>
          </p:cNvSpPr>
          <p:nvPr/>
        </p:nvSpPr>
        <p:spPr>
          <a:xfrm xmlns:a="http://schemas.openxmlformats.org/drawingml/2006/main">
            <a:off x="609600" y="59721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C9DDD7"/>
                </a:solidFill>
                <a:latin typeface="Calibri"/>
                <a:ea typeface="Calibri"/>
                <a:cs typeface="Calibri"/>
              </a:defRPr>
            </a:defPPr>
            <a:lvl1pPr algn="l">
              <a:defRPr sz="1575" b="0">
                <a:solidFill>
                  <a:srgbClr val="C9DDD7"/>
                </a:solidFill>
                <a:latin typeface="Calibri"/>
                <a:ea typeface="Calibri"/>
                <a:cs typeface="Calibri"/>
              </a:defRPr>
            </a:lvl1pPr>
            <a:lvl2pPr algn="l">
              <a:defRPr sz="1575" b="0">
                <a:solidFill>
                  <a:srgbClr val="C9DDD7"/>
                </a:solidFill>
                <a:latin typeface="Calibri"/>
                <a:ea typeface="Calibri"/>
                <a:cs typeface="Calibri"/>
              </a:defRPr>
            </a:lvl2pPr>
            <a:lvl3pPr algn="l">
              <a:defRPr sz="1575" b="0">
                <a:solidFill>
                  <a:srgbClr val="C9DDD7"/>
                </a:solidFill>
                <a:latin typeface="Calibri"/>
                <a:ea typeface="Calibri"/>
                <a:cs typeface="Calibri"/>
              </a:defRPr>
            </a:lvl3pPr>
            <a:lvl4pPr algn="l">
              <a:defRPr sz="1575" b="0">
                <a:solidFill>
                  <a:srgbClr val="C9DDD7"/>
                </a:solidFill>
                <a:latin typeface="Calibri"/>
                <a:ea typeface="Calibri"/>
                <a:cs typeface="Calibri"/>
              </a:defRPr>
            </a:lvl4pPr>
            <a:lvl5pPr algn="l">
              <a:defRPr sz="1575" b="0">
                <a:solidFill>
                  <a:srgbClr val="C9DDD7"/>
                </a:solidFill>
                <a:latin typeface="Calibri"/>
                <a:ea typeface="Calibri"/>
                <a:cs typeface="Calibri"/>
              </a:defRPr>
            </a:lvl5pPr>
            <a:lvl6pPr algn="l">
              <a:defRPr sz="1575" b="0">
                <a:solidFill>
                  <a:srgbClr val="C9DDD7"/>
                </a:solidFill>
                <a:latin typeface="Calibri"/>
                <a:ea typeface="Calibri"/>
                <a:cs typeface="Calibri"/>
              </a:defRPr>
            </a:lvl6pPr>
            <a:lvl7pPr algn="l">
              <a:defRPr sz="1575" b="0">
                <a:solidFill>
                  <a:srgbClr val="C9DDD7"/>
                </a:solidFill>
                <a:latin typeface="Calibri"/>
                <a:ea typeface="Calibri"/>
                <a:cs typeface="Calibri"/>
              </a:defRPr>
            </a:lvl7pPr>
            <a:lvl8pPr algn="l">
              <a:defRPr sz="1575" b="0">
                <a:solidFill>
                  <a:srgbClr val="C9DDD7"/>
                </a:solidFill>
                <a:latin typeface="Calibri"/>
                <a:ea typeface="Calibri"/>
                <a:cs typeface="Calibri"/>
              </a:defRPr>
            </a:lvl8pPr>
            <a:lvl9pPr algn="l">
              <a:defRPr sz="1575" b="0">
                <a:solidFill>
                  <a:srgbClr val="C9DDD7"/>
                </a:solidFill>
                <a:latin typeface="Calibri"/>
                <a:ea typeface="Calibri"/>
                <a:cs typeface="Calibri"/>
              </a:defRPr>
            </a:lvl9pPr>
          </a:lstStyle>
          <a:p xmlns:a="http://schemas.openxmlformats.org/drawingml/2006/main">
            <a:pPr algn="l">
              <a:defRPr sz="1575" b="0">
                <a:solidFill>
                  <a:srgbClr val="C9DDD7"/>
                </a:solidFill>
                <a:latin typeface="Calibri"/>
                <a:ea typeface="Calibri"/>
                <a:cs typeface="Calibri"/>
              </a:defRPr>
            </a:pPr>
            <a:r>
              <a:rPr sz="1575" b="0">
                <a:solidFill>
                  <a:srgbClr val="C9DDD7"/>
                </a:solidFill>
                <a:latin typeface="Calibri"/>
                <a:ea typeface="Calibri"/>
                <a:cs typeface="Calibri"/>
              </a:rPr>
              <a:t>Planned research question: does adaptation improve transfer and robustness?</a:t>
            </a:r>
          </a:p>
        </p:txBody>
      </p:sp>
    </p:spTree>
    <p:extLst>
      <p:ext uri="{BB962C8B-B14F-4D97-AF65-F5344CB8AC3E}">
        <p14:creationId xmlns:p14="http://schemas.microsoft.com/office/powerpoint/2010/main" val="1586154843"/>
      </p:ext>
    </p:extLst>
  </p:cSld>
  <p:transition advClick="0" advTm="70000"/>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2026-10-31T09:42:03.9010000Z</dcterms:created>
  <dcterms:modified xsi:type="dcterms:W3CDTF">2026-10-31T09:42:03.9020000Z</dcterms:modified>
</coreProperties>
</file>